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7" r:id="rId4"/>
    <p:sldId id="258" r:id="rId5"/>
    <p:sldId id="267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70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5897FB-0655-4E9A-A5A3-C33212935FBA}" v="20" dt="2026-09-28T17:38:40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IND ASHOK" userId="99978a91ce4717bb" providerId="LiveId" clId="{68644DF6-1031-44EF-A129-EC5DA6DF3889}"/>
    <pc:docChg chg="undo redo custSel addSld delSld modSld">
      <pc:chgData name="ARAVIND ASHOK" userId="99978a91ce4717bb" providerId="LiveId" clId="{68644DF6-1031-44EF-A129-EC5DA6DF3889}" dt="2026-09-28T17:40:11.043" v="240" actId="2710"/>
      <pc:docMkLst>
        <pc:docMk/>
      </pc:docMkLst>
      <pc:sldChg chg="addSp modSp mod">
        <pc:chgData name="ARAVIND ASHOK" userId="99978a91ce4717bb" providerId="LiveId" clId="{68644DF6-1031-44EF-A129-EC5DA6DF3889}" dt="2026-09-28T17:39:56.167" v="239" actId="20577"/>
        <pc:sldMkLst>
          <pc:docMk/>
          <pc:sldMk cId="2412905694" sldId="256"/>
        </pc:sldMkLst>
        <pc:spChg chg="mod">
          <ac:chgData name="ARAVIND ASHOK" userId="99978a91ce4717bb" providerId="LiveId" clId="{68644DF6-1031-44EF-A129-EC5DA6DF3889}" dt="2026-09-28T17:02:49.057" v="4" actId="113"/>
          <ac:spMkLst>
            <pc:docMk/>
            <pc:sldMk cId="2412905694" sldId="256"/>
            <ac:spMk id="2" creationId="{40A8449C-5A23-7DE0-7CF6-2FF96521E14B}"/>
          </ac:spMkLst>
        </pc:spChg>
        <pc:spChg chg="mod">
          <ac:chgData name="ARAVIND ASHOK" userId="99978a91ce4717bb" providerId="LiveId" clId="{68644DF6-1031-44EF-A129-EC5DA6DF3889}" dt="2026-09-28T17:39:56.167" v="239" actId="20577"/>
          <ac:spMkLst>
            <pc:docMk/>
            <pc:sldMk cId="2412905694" sldId="256"/>
            <ac:spMk id="3" creationId="{5673B8B4-C458-4D9B-3F1A-265F81910AF9}"/>
          </ac:spMkLst>
        </pc:spChg>
        <pc:spChg chg="mod">
          <ac:chgData name="ARAVIND ASHOK" userId="99978a91ce4717bb" providerId="LiveId" clId="{68644DF6-1031-44EF-A129-EC5DA6DF3889}" dt="2026-09-28T17:05:22.936" v="13" actId="1076"/>
          <ac:spMkLst>
            <pc:docMk/>
            <pc:sldMk cId="2412905694" sldId="256"/>
            <ac:spMk id="5" creationId="{88389A1B-B503-0ECB-EDE0-8A3E8FC96461}"/>
          </ac:spMkLst>
        </pc:spChg>
        <pc:spChg chg="add mod">
          <ac:chgData name="ARAVIND ASHOK" userId="99978a91ce4717bb" providerId="LiveId" clId="{68644DF6-1031-44EF-A129-EC5DA6DF3889}" dt="2026-09-28T17:05:17.486" v="12" actId="20577"/>
          <ac:spMkLst>
            <pc:docMk/>
            <pc:sldMk cId="2412905694" sldId="256"/>
            <ac:spMk id="8" creationId="{7CC07F17-F911-63EF-C4F1-67B5DA6AE5EC}"/>
          </ac:spMkLst>
        </pc:spChg>
      </pc:sldChg>
      <pc:sldChg chg="addSp delSp modSp mod setBg">
        <pc:chgData name="ARAVIND ASHOK" userId="99978a91ce4717bb" providerId="LiveId" clId="{68644DF6-1031-44EF-A129-EC5DA6DF3889}" dt="2026-09-28T17:33:09.552" v="218" actId="26606"/>
        <pc:sldMkLst>
          <pc:docMk/>
          <pc:sldMk cId="3599178202" sldId="257"/>
        </pc:sldMkLst>
        <pc:spChg chg="mod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2" creationId="{6A38885C-98DD-CE65-54DF-84D3D2BA5F36}"/>
          </ac:spMkLst>
        </pc:spChg>
        <pc:spChg chg="mod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3" creationId="{6CAB1F87-5F98-CDF2-8838-609D0118188E}"/>
          </ac:spMkLst>
        </pc:spChg>
        <pc:spChg chg="mod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4" creationId="{1E910031-7BEF-2844-66D7-6E0022D34D02}"/>
          </ac:spMkLst>
        </pc:spChg>
        <pc:spChg chg="add del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9" creationId="{DAF1966E-FD40-4A4A-B61B-C4DF7FA05F06}"/>
          </ac:spMkLst>
        </pc:spChg>
        <pc:spChg chg="add del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11" creationId="{047BFA19-D45E-416B-A404-7AF2F3F27017}"/>
          </ac:spMkLst>
        </pc:spChg>
        <pc:spChg chg="add del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13" creationId="{8E0105E7-23DB-4CF2-8258-FF47C7620F6E}"/>
          </ac:spMkLst>
        </pc:spChg>
        <pc:spChg chg="add del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15" creationId="{074B4F7D-14B2-478B-8BF5-01E4E0C5D263}"/>
          </ac:spMkLst>
        </pc:spChg>
        <pc:spChg chg="add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20" creationId="{100EDD19-6802-4EC3-95CE-CFFAB042CFD6}"/>
          </ac:spMkLst>
        </pc:spChg>
        <pc:spChg chg="add">
          <ac:chgData name="ARAVIND ASHOK" userId="99978a91ce4717bb" providerId="LiveId" clId="{68644DF6-1031-44EF-A129-EC5DA6DF3889}" dt="2026-09-28T17:33:09.552" v="218" actId="26606"/>
          <ac:spMkLst>
            <pc:docMk/>
            <pc:sldMk cId="3599178202" sldId="257"/>
            <ac:spMk id="22" creationId="{DB17E863-922E-4C26-BD64-E8FD41D28661}"/>
          </ac:spMkLst>
        </pc:spChg>
      </pc:sldChg>
      <pc:sldChg chg="modSp mod">
        <pc:chgData name="ARAVIND ASHOK" userId="99978a91ce4717bb" providerId="LiveId" clId="{68644DF6-1031-44EF-A129-EC5DA6DF3889}" dt="2026-09-28T17:14:58.376" v="69" actId="20577"/>
        <pc:sldMkLst>
          <pc:docMk/>
          <pc:sldMk cId="1378634594" sldId="258"/>
        </pc:sldMkLst>
        <pc:spChg chg="mod">
          <ac:chgData name="ARAVIND ASHOK" userId="99978a91ce4717bb" providerId="LiveId" clId="{68644DF6-1031-44EF-A129-EC5DA6DF3889}" dt="2026-09-28T17:14:58.376" v="69" actId="20577"/>
          <ac:spMkLst>
            <pc:docMk/>
            <pc:sldMk cId="1378634594" sldId="258"/>
            <ac:spMk id="3" creationId="{0C6C8077-E6E0-9213-59DF-429CDF0E0889}"/>
          </ac:spMkLst>
        </pc:spChg>
      </pc:sldChg>
      <pc:sldChg chg="addSp delSp modSp mod">
        <pc:chgData name="ARAVIND ASHOK" userId="99978a91ce4717bb" providerId="LiveId" clId="{68644DF6-1031-44EF-A129-EC5DA6DF3889}" dt="2026-09-28T17:28:10.423" v="161" actId="26606"/>
        <pc:sldMkLst>
          <pc:docMk/>
          <pc:sldMk cId="1269676609" sldId="259"/>
        </pc:sldMkLst>
        <pc:spChg chg="mod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2" creationId="{A3F74606-CF88-5039-108C-7CE55E8A41DB}"/>
          </ac:spMkLst>
        </pc:spChg>
        <pc:spChg chg="mod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6" creationId="{9C704234-A5DD-4403-DE46-5BA6DEACD2C1}"/>
          </ac:spMkLst>
        </pc:spChg>
        <pc:spChg chg="del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10" creationId="{E914257E-1E2A-4AC7-89EC-1FB65C9C0A0D}"/>
          </ac:spMkLst>
        </pc:spChg>
        <pc:spChg chg="del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12" creationId="{03E1C8F1-97F5-489C-8308-958F09657254}"/>
          </ac:spMkLst>
        </pc:spChg>
        <pc:spChg chg="del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14" creationId="{DEB62645-D4DA-4E99-8344-B1536F63D108}"/>
          </ac:spMkLst>
        </pc:spChg>
        <pc:spChg chg="add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19" creationId="{BCED4D40-4B67-4331-AC48-79B82B4A47D8}"/>
          </ac:spMkLst>
        </pc:spChg>
        <pc:spChg chg="add">
          <ac:chgData name="ARAVIND ASHOK" userId="99978a91ce4717bb" providerId="LiveId" clId="{68644DF6-1031-44EF-A129-EC5DA6DF3889}" dt="2026-09-28T17:28:10.423" v="161" actId="26606"/>
          <ac:spMkLst>
            <pc:docMk/>
            <pc:sldMk cId="1269676609" sldId="259"/>
            <ac:spMk id="21" creationId="{670CEDEF-4F34-412E-84EE-329C1E936AF5}"/>
          </ac:spMkLst>
        </pc:spChg>
        <pc:picChg chg="mod">
          <ac:chgData name="ARAVIND ASHOK" userId="99978a91ce4717bb" providerId="LiveId" clId="{68644DF6-1031-44EF-A129-EC5DA6DF3889}" dt="2026-09-28T17:28:10.423" v="161" actId="26606"/>
          <ac:picMkLst>
            <pc:docMk/>
            <pc:sldMk cId="1269676609" sldId="259"/>
            <ac:picMk id="5" creationId="{76383AAE-6628-D2F5-0B0B-69E036068D29}"/>
          </ac:picMkLst>
        </pc:picChg>
      </pc:sldChg>
      <pc:sldChg chg="addSp delSp modSp mod setBg">
        <pc:chgData name="ARAVIND ASHOK" userId="99978a91ce4717bb" providerId="LiveId" clId="{68644DF6-1031-44EF-A129-EC5DA6DF3889}" dt="2026-09-28T17:38:58.320" v="232" actId="255"/>
        <pc:sldMkLst>
          <pc:docMk/>
          <pc:sldMk cId="1575470718" sldId="260"/>
        </pc:sldMkLst>
        <pc:spChg chg="mod">
          <ac:chgData name="ARAVIND ASHOK" userId="99978a91ce4717bb" providerId="LiveId" clId="{68644DF6-1031-44EF-A129-EC5DA6DF3889}" dt="2026-09-28T17:37:53.224" v="229" actId="26606"/>
          <ac:spMkLst>
            <pc:docMk/>
            <pc:sldMk cId="1575470718" sldId="260"/>
            <ac:spMk id="2" creationId="{F7DDCD61-666C-BB72-E8EB-5422FCBCFF2E}"/>
          </ac:spMkLst>
        </pc:spChg>
        <pc:spChg chg="mod">
          <ac:chgData name="ARAVIND ASHOK" userId="99978a91ce4717bb" providerId="LiveId" clId="{68644DF6-1031-44EF-A129-EC5DA6DF3889}" dt="2026-09-28T17:38:58.320" v="232" actId="255"/>
          <ac:spMkLst>
            <pc:docMk/>
            <pc:sldMk cId="1575470718" sldId="260"/>
            <ac:spMk id="3" creationId="{B715A6CB-A810-08D4-D7CA-6FF19EDA5CAA}"/>
          </ac:spMkLst>
        </pc:spChg>
        <pc:spChg chg="mod">
          <ac:chgData name="ARAVIND ASHOK" userId="99978a91ce4717bb" providerId="LiveId" clId="{68644DF6-1031-44EF-A129-EC5DA6DF3889}" dt="2026-09-28T17:37:53.224" v="229" actId="26606"/>
          <ac:spMkLst>
            <pc:docMk/>
            <pc:sldMk cId="1575470718" sldId="260"/>
            <ac:spMk id="6" creationId="{2C64B2CE-E510-8EB2-2E0F-455B40F5EE81}"/>
          </ac:spMkLst>
        </pc:spChg>
        <pc:spChg chg="add">
          <ac:chgData name="ARAVIND ASHOK" userId="99978a91ce4717bb" providerId="LiveId" clId="{68644DF6-1031-44EF-A129-EC5DA6DF3889}" dt="2026-09-28T17:37:53.224" v="229" actId="26606"/>
          <ac:spMkLst>
            <pc:docMk/>
            <pc:sldMk cId="1575470718" sldId="260"/>
            <ac:spMk id="8" creationId="{362810D9-2C5A-477D-949C-C191895477F3}"/>
          </ac:spMkLst>
        </pc:spChg>
        <pc:spChg chg="add">
          <ac:chgData name="ARAVIND ASHOK" userId="99978a91ce4717bb" providerId="LiveId" clId="{68644DF6-1031-44EF-A129-EC5DA6DF3889}" dt="2026-09-28T17:37:53.224" v="229" actId="26606"/>
          <ac:spMkLst>
            <pc:docMk/>
            <pc:sldMk cId="1575470718" sldId="260"/>
            <ac:spMk id="9" creationId="{081E4A58-353D-44AE-B2FC-2A74E2E400F7}"/>
          </ac:spMkLst>
        </pc:spChg>
        <pc:spChg chg="add del">
          <ac:chgData name="ARAVIND ASHOK" userId="99978a91ce4717bb" providerId="LiveId" clId="{68644DF6-1031-44EF-A129-EC5DA6DF3889}" dt="2026-09-28T17:24:42.477" v="131" actId="26606"/>
          <ac:spMkLst>
            <pc:docMk/>
            <pc:sldMk cId="1575470718" sldId="260"/>
            <ac:spMk id="11" creationId="{362810D9-2C5A-477D-949C-C191895477F3}"/>
          </ac:spMkLst>
        </pc:spChg>
        <pc:spChg chg="add del">
          <ac:chgData name="ARAVIND ASHOK" userId="99978a91ce4717bb" providerId="LiveId" clId="{68644DF6-1031-44EF-A129-EC5DA6DF3889}" dt="2026-09-28T17:24:42.477" v="131" actId="26606"/>
          <ac:spMkLst>
            <pc:docMk/>
            <pc:sldMk cId="1575470718" sldId="260"/>
            <ac:spMk id="13" creationId="{081E4A58-353D-44AE-B2FC-2A74E2E400F7}"/>
          </ac:spMkLst>
        </pc:spChg>
        <pc:spChg chg="add del">
          <ac:chgData name="ARAVIND ASHOK" userId="99978a91ce4717bb" providerId="LiveId" clId="{68644DF6-1031-44EF-A129-EC5DA6DF3889}" dt="2026-09-28T17:24:46.810" v="133" actId="26606"/>
          <ac:spMkLst>
            <pc:docMk/>
            <pc:sldMk cId="1575470718" sldId="260"/>
            <ac:spMk id="15" creationId="{56688E73-49B9-4052-A836-D248C825D70D}"/>
          </ac:spMkLst>
        </pc:spChg>
        <pc:spChg chg="add del">
          <ac:chgData name="ARAVIND ASHOK" userId="99978a91ce4717bb" providerId="LiveId" clId="{68644DF6-1031-44EF-A129-EC5DA6DF3889}" dt="2026-09-28T17:24:46.810" v="133" actId="26606"/>
          <ac:spMkLst>
            <pc:docMk/>
            <pc:sldMk cId="1575470718" sldId="260"/>
            <ac:spMk id="16" creationId="{5B6AEE0C-07FE-4154-BC7C-2F20530BC556}"/>
          </ac:spMkLst>
        </pc:spChg>
        <pc:picChg chg="mod ord">
          <ac:chgData name="ARAVIND ASHOK" userId="99978a91ce4717bb" providerId="LiveId" clId="{68644DF6-1031-44EF-A129-EC5DA6DF3889}" dt="2026-09-28T17:38:40.974" v="231"/>
          <ac:picMkLst>
            <pc:docMk/>
            <pc:sldMk cId="1575470718" sldId="260"/>
            <ac:picMk id="5" creationId="{2DAF58E5-993C-BD04-E82B-E01ACE0829DE}"/>
          </ac:picMkLst>
        </pc:picChg>
      </pc:sldChg>
      <pc:sldChg chg="addSp delSp modSp mod setBg">
        <pc:chgData name="ARAVIND ASHOK" userId="99978a91ce4717bb" providerId="LiveId" clId="{68644DF6-1031-44EF-A129-EC5DA6DF3889}" dt="2026-09-28T17:33:55.663" v="224" actId="14100"/>
        <pc:sldMkLst>
          <pc:docMk/>
          <pc:sldMk cId="3337209491" sldId="261"/>
        </pc:sldMkLst>
        <pc:spChg chg="mod">
          <ac:chgData name="ARAVIND ASHOK" userId="99978a91ce4717bb" providerId="LiveId" clId="{68644DF6-1031-44EF-A129-EC5DA6DF3889}" dt="2026-09-28T17:33:52.336" v="223" actId="26606"/>
          <ac:spMkLst>
            <pc:docMk/>
            <pc:sldMk cId="3337209491" sldId="261"/>
            <ac:spMk id="2" creationId="{1DBE7F0E-6075-D4F2-7E35-155B05A68FD1}"/>
          </ac:spMkLst>
        </pc:spChg>
        <pc:spChg chg="del mod">
          <ac:chgData name="ARAVIND ASHOK" userId="99978a91ce4717bb" providerId="LiveId" clId="{68644DF6-1031-44EF-A129-EC5DA6DF3889}" dt="2026-09-28T17:24:17.716" v="126" actId="931"/>
          <ac:spMkLst>
            <pc:docMk/>
            <pc:sldMk cId="3337209491" sldId="261"/>
            <ac:spMk id="3" creationId="{EAAE6864-CC1C-BC8B-8AAA-7A61C8CD7AD6}"/>
          </ac:spMkLst>
        </pc:spChg>
        <pc:spChg chg="mod">
          <ac:chgData name="ARAVIND ASHOK" userId="99978a91ce4717bb" providerId="LiveId" clId="{68644DF6-1031-44EF-A129-EC5DA6DF3889}" dt="2026-09-28T17:33:52.336" v="223" actId="26606"/>
          <ac:spMkLst>
            <pc:docMk/>
            <pc:sldMk cId="3337209491" sldId="261"/>
            <ac:spMk id="4" creationId="{5858E563-33EB-9C30-0ECC-74BF27546E95}"/>
          </ac:spMkLst>
        </pc:spChg>
        <pc:spChg chg="add del">
          <ac:chgData name="ARAVIND ASHOK" userId="99978a91ce4717bb" providerId="LiveId" clId="{68644DF6-1031-44EF-A129-EC5DA6DF3889}" dt="2026-09-28T17:28:30.013" v="164" actId="26606"/>
          <ac:spMkLst>
            <pc:docMk/>
            <pc:sldMk cId="3337209491" sldId="261"/>
            <ac:spMk id="13" creationId="{F0DCC097-1DB8-4B6D-85D0-6FBA0E1CA4BA}"/>
          </ac:spMkLst>
        </pc:spChg>
        <pc:spChg chg="add del">
          <ac:chgData name="ARAVIND ASHOK" userId="99978a91ce4717bb" providerId="LiveId" clId="{68644DF6-1031-44EF-A129-EC5DA6DF3889}" dt="2026-09-28T17:28:30.013" v="164" actId="26606"/>
          <ac:spMkLst>
            <pc:docMk/>
            <pc:sldMk cId="3337209491" sldId="261"/>
            <ac:spMk id="15" creationId="{E0B58608-23C8-4441-994D-C6823EEE1DB7}"/>
          </ac:spMkLst>
        </pc:spChg>
        <pc:spChg chg="add del">
          <ac:chgData name="ARAVIND ASHOK" userId="99978a91ce4717bb" providerId="LiveId" clId="{68644DF6-1031-44EF-A129-EC5DA6DF3889}" dt="2026-09-28T17:28:30.008" v="163" actId="26606"/>
          <ac:spMkLst>
            <pc:docMk/>
            <pc:sldMk cId="3337209491" sldId="261"/>
            <ac:spMk id="19" creationId="{2AB43B2C-912D-73E6-349E-C70D3CE99B5E}"/>
          </ac:spMkLst>
        </pc:spChg>
        <pc:spChg chg="add del">
          <ac:chgData name="ARAVIND ASHOK" userId="99978a91ce4717bb" providerId="LiveId" clId="{68644DF6-1031-44EF-A129-EC5DA6DF3889}" dt="2026-09-28T17:33:52.336" v="223" actId="26606"/>
          <ac:spMkLst>
            <pc:docMk/>
            <pc:sldMk cId="3337209491" sldId="261"/>
            <ac:spMk id="20" creationId="{F0DCC097-1DB8-4B6D-85D0-6FBA0E1CA4BA}"/>
          </ac:spMkLst>
        </pc:spChg>
        <pc:spChg chg="add del">
          <ac:chgData name="ARAVIND ASHOK" userId="99978a91ce4717bb" providerId="LiveId" clId="{68644DF6-1031-44EF-A129-EC5DA6DF3889}" dt="2026-09-28T17:28:30.008" v="163" actId="26606"/>
          <ac:spMkLst>
            <pc:docMk/>
            <pc:sldMk cId="3337209491" sldId="261"/>
            <ac:spMk id="22" creationId="{2550BE34-C2B8-49B8-8519-67A8CAD51AE9}"/>
          </ac:spMkLst>
        </pc:spChg>
        <pc:spChg chg="add del">
          <ac:chgData name="ARAVIND ASHOK" userId="99978a91ce4717bb" providerId="LiveId" clId="{68644DF6-1031-44EF-A129-EC5DA6DF3889}" dt="2026-09-28T17:28:30.008" v="163" actId="26606"/>
          <ac:spMkLst>
            <pc:docMk/>
            <pc:sldMk cId="3337209491" sldId="261"/>
            <ac:spMk id="24" creationId="{A7457DD9-5A45-400A-AB4B-4B4EDECA25F1}"/>
          </ac:spMkLst>
        </pc:spChg>
        <pc:spChg chg="add del">
          <ac:chgData name="ARAVIND ASHOK" userId="99978a91ce4717bb" providerId="LiveId" clId="{68644DF6-1031-44EF-A129-EC5DA6DF3889}" dt="2026-09-28T17:28:30.008" v="163" actId="26606"/>
          <ac:spMkLst>
            <pc:docMk/>
            <pc:sldMk cId="3337209491" sldId="261"/>
            <ac:spMk id="26" creationId="{441CF7D6-A660-431A-B0BB-140A0D5556B6}"/>
          </ac:spMkLst>
        </pc:spChg>
        <pc:spChg chg="add del">
          <ac:chgData name="ARAVIND ASHOK" userId="99978a91ce4717bb" providerId="LiveId" clId="{68644DF6-1031-44EF-A129-EC5DA6DF3889}" dt="2026-09-28T17:28:30.008" v="163" actId="26606"/>
          <ac:spMkLst>
            <pc:docMk/>
            <pc:sldMk cId="3337209491" sldId="261"/>
            <ac:spMk id="28" creationId="{0570A85B-3810-4F95-97B0-CBF4CCDB381C}"/>
          </ac:spMkLst>
        </pc:spChg>
        <pc:spChg chg="add del">
          <ac:chgData name="ARAVIND ASHOK" userId="99978a91ce4717bb" providerId="LiveId" clId="{68644DF6-1031-44EF-A129-EC5DA6DF3889}" dt="2026-09-28T17:33:52.336" v="223" actId="26606"/>
          <ac:spMkLst>
            <pc:docMk/>
            <pc:sldMk cId="3337209491" sldId="261"/>
            <ac:spMk id="30" creationId="{E0B58608-23C8-4441-994D-C6823EEE1DB7}"/>
          </ac:spMkLst>
        </pc:spChg>
        <pc:spChg chg="add">
          <ac:chgData name="ARAVIND ASHOK" userId="99978a91ce4717bb" providerId="LiveId" clId="{68644DF6-1031-44EF-A129-EC5DA6DF3889}" dt="2026-09-28T17:33:52.336" v="223" actId="26606"/>
          <ac:spMkLst>
            <pc:docMk/>
            <pc:sldMk cId="3337209491" sldId="261"/>
            <ac:spMk id="35" creationId="{665DBBEF-238B-476B-96AB-8AAC3224ECEA}"/>
          </ac:spMkLst>
        </pc:spChg>
        <pc:spChg chg="add">
          <ac:chgData name="ARAVIND ASHOK" userId="99978a91ce4717bb" providerId="LiveId" clId="{68644DF6-1031-44EF-A129-EC5DA6DF3889}" dt="2026-09-28T17:33:52.336" v="223" actId="26606"/>
          <ac:spMkLst>
            <pc:docMk/>
            <pc:sldMk cId="3337209491" sldId="261"/>
            <ac:spMk id="37" creationId="{3FCFB1DE-0B7E-48CC-BA90-B2AB0889F9D6}"/>
          </ac:spMkLst>
        </pc:spChg>
        <pc:picChg chg="add del mod">
          <ac:chgData name="ARAVIND ASHOK" userId="99978a91ce4717bb" providerId="LiveId" clId="{68644DF6-1031-44EF-A129-EC5DA6DF3889}" dt="2026-09-28T17:24:20.513" v="127" actId="478"/>
          <ac:picMkLst>
            <pc:docMk/>
            <pc:sldMk cId="3337209491" sldId="261"/>
            <ac:picMk id="6" creationId="{AA67115B-AAEE-EA43-641E-FE79D01A102E}"/>
          </ac:picMkLst>
        </pc:picChg>
        <pc:picChg chg="add mod ord">
          <ac:chgData name="ARAVIND ASHOK" userId="99978a91ce4717bb" providerId="LiveId" clId="{68644DF6-1031-44EF-A129-EC5DA6DF3889}" dt="2026-09-28T17:33:55.663" v="224" actId="14100"/>
          <ac:picMkLst>
            <pc:docMk/>
            <pc:sldMk cId="3337209491" sldId="261"/>
            <ac:picMk id="8" creationId="{D8164A56-0080-B93A-638B-5FFA6CF03E07}"/>
          </ac:picMkLst>
        </pc:picChg>
      </pc:sldChg>
      <pc:sldChg chg="modSp mod">
        <pc:chgData name="ARAVIND ASHOK" userId="99978a91ce4717bb" providerId="LiveId" clId="{68644DF6-1031-44EF-A129-EC5DA6DF3889}" dt="2026-09-28T17:31:52.908" v="206" actId="113"/>
        <pc:sldMkLst>
          <pc:docMk/>
          <pc:sldMk cId="1249314001" sldId="262"/>
        </pc:sldMkLst>
        <pc:spChg chg="mod">
          <ac:chgData name="ARAVIND ASHOK" userId="99978a91ce4717bb" providerId="LiveId" clId="{68644DF6-1031-44EF-A129-EC5DA6DF3889}" dt="2026-09-28T17:31:52.908" v="206" actId="113"/>
          <ac:spMkLst>
            <pc:docMk/>
            <pc:sldMk cId="1249314001" sldId="262"/>
            <ac:spMk id="2" creationId="{1C6021DD-5133-87AB-823E-BC6ACA4788C1}"/>
          </ac:spMkLst>
        </pc:spChg>
      </pc:sldChg>
      <pc:sldChg chg="addSp delSp modSp add del mod">
        <pc:chgData name="ARAVIND ASHOK" userId="99978a91ce4717bb" providerId="LiveId" clId="{68644DF6-1031-44EF-A129-EC5DA6DF3889}" dt="2026-09-28T17:37:29.736" v="228" actId="26606"/>
        <pc:sldMkLst>
          <pc:docMk/>
          <pc:sldMk cId="1838259542" sldId="263"/>
        </pc:sldMkLst>
        <pc:spChg chg="mod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2" creationId="{1F30CC00-15F1-0162-D305-C8AB588CDC81}"/>
          </ac:spMkLst>
        </pc:spChg>
        <pc:spChg chg="mod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3" creationId="{ACDB1359-0EDF-4407-626A-DF7119DA7BE6}"/>
          </ac:spMkLst>
        </pc:spChg>
        <pc:spChg chg="mod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6" creationId="{B7098F5C-BAB1-1A38-BFE0-25219E3FC4EC}"/>
          </ac:spMkLst>
        </pc:spChg>
        <pc:spChg chg="del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18" creationId="{7FF47CB7-972F-479F-A36D-9E72D26EC8DA}"/>
          </ac:spMkLst>
        </pc:spChg>
        <pc:spChg chg="del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19" creationId="{0D153B68-5844-490D-8E67-F616D6D721CA}"/>
          </ac:spMkLst>
        </pc:spChg>
        <pc:spChg chg="del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20" creationId="{9A0D773F-7A7D-4DBB-9DEA-86BB8B8F4BC8}"/>
          </ac:spMkLst>
        </pc:spChg>
        <pc:spChg chg="add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25" creationId="{45D37F4E-DDB4-456B-97E0-9937730A039F}"/>
          </ac:spMkLst>
        </pc:spChg>
        <pc:spChg chg="add">
          <ac:chgData name="ARAVIND ASHOK" userId="99978a91ce4717bb" providerId="LiveId" clId="{68644DF6-1031-44EF-A129-EC5DA6DF3889}" dt="2026-09-28T17:37:29.736" v="228" actId="26606"/>
          <ac:spMkLst>
            <pc:docMk/>
            <pc:sldMk cId="1838259542" sldId="263"/>
            <ac:spMk id="27" creationId="{B2DD41CD-8F47-4F56-AD12-4E2FF7696987}"/>
          </ac:spMkLst>
        </pc:spChg>
        <pc:picChg chg="mod">
          <ac:chgData name="ARAVIND ASHOK" userId="99978a91ce4717bb" providerId="LiveId" clId="{68644DF6-1031-44EF-A129-EC5DA6DF3889}" dt="2026-09-28T17:37:29.736" v="228" actId="26606"/>
          <ac:picMkLst>
            <pc:docMk/>
            <pc:sldMk cId="1838259542" sldId="263"/>
            <ac:picMk id="5" creationId="{0FE95C9D-C7C3-DEF4-8695-B3B2D5377226}"/>
          </ac:picMkLst>
        </pc:picChg>
      </pc:sldChg>
      <pc:sldChg chg="addSp delSp modSp add del mod">
        <pc:chgData name="ARAVIND ASHOK" userId="99978a91ce4717bb" providerId="LiveId" clId="{68644DF6-1031-44EF-A129-EC5DA6DF3889}" dt="2026-09-28T17:14:31.627" v="56" actId="14100"/>
        <pc:sldMkLst>
          <pc:docMk/>
          <pc:sldMk cId="1613268044" sldId="264"/>
        </pc:sldMkLst>
        <pc:spChg chg="mod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2" creationId="{0B4DA39E-E0D6-92CE-1A24-27025D3B4F75}"/>
          </ac:spMkLst>
        </pc:spChg>
        <pc:spChg chg="mod ord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4" creationId="{E15FB383-977A-90F6-B544-32F1D0BD04BD}"/>
          </ac:spMkLst>
        </pc:spChg>
        <pc:spChg chg="del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10" creationId="{F3060C83-F051-4F0E-ABAD-AA0DFC48B218}"/>
          </ac:spMkLst>
        </pc:spChg>
        <pc:spChg chg="del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12" creationId="{83C98ABE-055B-441F-B07E-44F97F083C39}"/>
          </ac:spMkLst>
        </pc:spChg>
        <pc:spChg chg="del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14" creationId="{29FDB030-9B49-4CED-8CCD-4D99382388AC}"/>
          </ac:spMkLst>
        </pc:spChg>
        <pc:spChg chg="del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18" creationId="{9A97C86A-04D6-40F7-AE84-31AB43E6A846}"/>
          </ac:spMkLst>
        </pc:spChg>
        <pc:spChg chg="del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22" creationId="{3ECA69A1-7536-43AC-85EF-C7106179F5ED}"/>
          </ac:spMkLst>
        </pc:spChg>
        <pc:spChg chg="add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27" creationId="{7FF47CB7-972F-479F-A36D-9E72D26EC8DA}"/>
          </ac:spMkLst>
        </pc:spChg>
        <pc:spChg chg="add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29" creationId="{0D153B68-5844-490D-8E67-F616D6D721CA}"/>
          </ac:spMkLst>
        </pc:spChg>
        <pc:spChg chg="add">
          <ac:chgData name="ARAVIND ASHOK" userId="99978a91ce4717bb" providerId="LiveId" clId="{68644DF6-1031-44EF-A129-EC5DA6DF3889}" dt="2026-09-28T17:13:40.834" v="40" actId="26606"/>
          <ac:spMkLst>
            <pc:docMk/>
            <pc:sldMk cId="1613268044" sldId="264"/>
            <ac:spMk id="31" creationId="{9A0D773F-7A7D-4DBB-9DEA-86BB8B8F4BC8}"/>
          </ac:spMkLst>
        </pc:spChg>
        <pc:graphicFrameChg chg="mod modGraphic">
          <ac:chgData name="ARAVIND ASHOK" userId="99978a91ce4717bb" providerId="LiveId" clId="{68644DF6-1031-44EF-A129-EC5DA6DF3889}" dt="2026-09-28T17:14:20.985" v="54" actId="20577"/>
          <ac:graphicFrameMkLst>
            <pc:docMk/>
            <pc:sldMk cId="1613268044" sldId="264"/>
            <ac:graphicFrameMk id="5" creationId="{571B52BF-5C41-7410-C015-C7873268D54C}"/>
          </ac:graphicFrameMkLst>
        </pc:graphicFrameChg>
        <pc:picChg chg="add del mod">
          <ac:chgData name="ARAVIND ASHOK" userId="99978a91ce4717bb" providerId="LiveId" clId="{68644DF6-1031-44EF-A129-EC5DA6DF3889}" dt="2026-09-28T17:13:18.983" v="38" actId="931"/>
          <ac:picMkLst>
            <pc:docMk/>
            <pc:sldMk cId="1613268044" sldId="264"/>
            <ac:picMk id="7" creationId="{EDEF2AEF-4389-0122-FD32-6A95107468CE}"/>
          </ac:picMkLst>
        </pc:picChg>
        <pc:picChg chg="add mod">
          <ac:chgData name="ARAVIND ASHOK" userId="99978a91ce4717bb" providerId="LiveId" clId="{68644DF6-1031-44EF-A129-EC5DA6DF3889}" dt="2026-09-28T17:14:31.627" v="56" actId="14100"/>
          <ac:picMkLst>
            <pc:docMk/>
            <pc:sldMk cId="1613268044" sldId="264"/>
            <ac:picMk id="9" creationId="{4CCAC234-83D4-1D20-429A-CAB7FD4320E7}"/>
          </ac:picMkLst>
        </pc:picChg>
      </pc:sldChg>
      <pc:sldChg chg="addSp delSp modSp add del mod setBg">
        <pc:chgData name="ARAVIND ASHOK" userId="99978a91ce4717bb" providerId="LiveId" clId="{68644DF6-1031-44EF-A129-EC5DA6DF3889}" dt="2026-09-28T17:36:55.730" v="227" actId="26606"/>
        <pc:sldMkLst>
          <pc:docMk/>
          <pc:sldMk cId="2899754001" sldId="265"/>
        </pc:sldMkLst>
        <pc:spChg chg="mod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2" creationId="{B8ACF79A-01E2-F625-6BC5-C83AA55CA99A}"/>
          </ac:spMkLst>
        </pc:spChg>
        <pc:spChg chg="mod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3" creationId="{FBEDE919-90E7-7305-CB53-8031E73C0031}"/>
          </ac:spMkLst>
        </pc:spChg>
        <pc:spChg chg="mod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4" creationId="{04F633B3-F024-0662-0D16-8B56971AA192}"/>
          </ac:spMkLst>
        </pc:spChg>
        <pc:spChg chg="add del">
          <ac:chgData name="ARAVIND ASHOK" userId="99978a91ce4717bb" providerId="LiveId" clId="{68644DF6-1031-44EF-A129-EC5DA6DF3889}" dt="2026-09-28T17:29:32.895" v="171" actId="26606"/>
          <ac:spMkLst>
            <pc:docMk/>
            <pc:sldMk cId="2899754001" sldId="265"/>
            <ac:spMk id="9" creationId="{DAF1966E-FD40-4A4A-B61B-C4DF7FA05F06}"/>
          </ac:spMkLst>
        </pc:spChg>
        <pc:spChg chg="add del">
          <ac:chgData name="ARAVIND ASHOK" userId="99978a91ce4717bb" providerId="LiveId" clId="{68644DF6-1031-44EF-A129-EC5DA6DF3889}" dt="2026-09-28T17:29:32.895" v="171" actId="26606"/>
          <ac:spMkLst>
            <pc:docMk/>
            <pc:sldMk cId="2899754001" sldId="265"/>
            <ac:spMk id="11" creationId="{047BFA19-D45E-416B-A404-7AF2F3F27017}"/>
          </ac:spMkLst>
        </pc:spChg>
        <pc:spChg chg="add del">
          <ac:chgData name="ARAVIND ASHOK" userId="99978a91ce4717bb" providerId="LiveId" clId="{68644DF6-1031-44EF-A129-EC5DA6DF3889}" dt="2026-09-28T17:29:32.895" v="171" actId="26606"/>
          <ac:spMkLst>
            <pc:docMk/>
            <pc:sldMk cId="2899754001" sldId="265"/>
            <ac:spMk id="13" creationId="{8E0105E7-23DB-4CF2-8258-FF47C7620F6E}"/>
          </ac:spMkLst>
        </pc:spChg>
        <pc:spChg chg="add del">
          <ac:chgData name="ARAVIND ASHOK" userId="99978a91ce4717bb" providerId="LiveId" clId="{68644DF6-1031-44EF-A129-EC5DA6DF3889}" dt="2026-09-28T17:29:32.895" v="171" actId="26606"/>
          <ac:spMkLst>
            <pc:docMk/>
            <pc:sldMk cId="2899754001" sldId="265"/>
            <ac:spMk id="15" creationId="{074B4F7D-14B2-478B-8BF5-01E4E0C5D263}"/>
          </ac:spMkLst>
        </pc:spChg>
        <pc:spChg chg="add del">
          <ac:chgData name="ARAVIND ASHOK" userId="99978a91ce4717bb" providerId="LiveId" clId="{68644DF6-1031-44EF-A129-EC5DA6DF3889}" dt="2026-09-28T17:29:30.748" v="166" actId="26606"/>
          <ac:spMkLst>
            <pc:docMk/>
            <pc:sldMk cId="2899754001" sldId="265"/>
            <ac:spMk id="20" creationId="{DAF1966E-FD40-4A4A-B61B-C4DF7FA05F06}"/>
          </ac:spMkLst>
        </pc:spChg>
        <pc:spChg chg="add del">
          <ac:chgData name="ARAVIND ASHOK" userId="99978a91ce4717bb" providerId="LiveId" clId="{68644DF6-1031-44EF-A129-EC5DA6DF3889}" dt="2026-09-28T17:29:30.748" v="166" actId="26606"/>
          <ac:spMkLst>
            <pc:docMk/>
            <pc:sldMk cId="2899754001" sldId="265"/>
            <ac:spMk id="22" creationId="{047BFA19-D45E-416B-A404-7AF2F3F27017}"/>
          </ac:spMkLst>
        </pc:spChg>
        <pc:spChg chg="add del">
          <ac:chgData name="ARAVIND ASHOK" userId="99978a91ce4717bb" providerId="LiveId" clId="{68644DF6-1031-44EF-A129-EC5DA6DF3889}" dt="2026-09-28T17:29:30.748" v="166" actId="26606"/>
          <ac:spMkLst>
            <pc:docMk/>
            <pc:sldMk cId="2899754001" sldId="265"/>
            <ac:spMk id="24" creationId="{8E0105E7-23DB-4CF2-8258-FF47C7620F6E}"/>
          </ac:spMkLst>
        </pc:spChg>
        <pc:spChg chg="add del">
          <ac:chgData name="ARAVIND ASHOK" userId="99978a91ce4717bb" providerId="LiveId" clId="{68644DF6-1031-44EF-A129-EC5DA6DF3889}" dt="2026-09-28T17:29:30.748" v="166" actId="26606"/>
          <ac:spMkLst>
            <pc:docMk/>
            <pc:sldMk cId="2899754001" sldId="265"/>
            <ac:spMk id="26" creationId="{074B4F7D-14B2-478B-8BF5-01E4E0C5D263}"/>
          </ac:spMkLst>
        </pc:spChg>
        <pc:spChg chg="add del">
          <ac:chgData name="ARAVIND ASHOK" userId="99978a91ce4717bb" providerId="LiveId" clId="{68644DF6-1031-44EF-A129-EC5DA6DF3889}" dt="2026-09-28T17:29:31.721" v="168" actId="26606"/>
          <ac:spMkLst>
            <pc:docMk/>
            <pc:sldMk cId="2899754001" sldId="265"/>
            <ac:spMk id="28" creationId="{2029D5AD-8348-4446-B191-6A9B6FE03F21}"/>
          </ac:spMkLst>
        </pc:spChg>
        <pc:spChg chg="add del">
          <ac:chgData name="ARAVIND ASHOK" userId="99978a91ce4717bb" providerId="LiveId" clId="{68644DF6-1031-44EF-A129-EC5DA6DF3889}" dt="2026-09-28T17:29:31.721" v="168" actId="26606"/>
          <ac:spMkLst>
            <pc:docMk/>
            <pc:sldMk cId="2899754001" sldId="265"/>
            <ac:spMk id="29" creationId="{A3F395A2-2B64-4749-BD93-2F159C7E1FB5}"/>
          </ac:spMkLst>
        </pc:spChg>
        <pc:spChg chg="add del">
          <ac:chgData name="ARAVIND ASHOK" userId="99978a91ce4717bb" providerId="LiveId" clId="{68644DF6-1031-44EF-A129-EC5DA6DF3889}" dt="2026-09-28T17:29:31.721" v="168" actId="26606"/>
          <ac:spMkLst>
            <pc:docMk/>
            <pc:sldMk cId="2899754001" sldId="265"/>
            <ac:spMk id="30" creationId="{5CF0135B-EAB8-4CA0-896C-2D897ECD28BC}"/>
          </ac:spMkLst>
        </pc:spChg>
        <pc:spChg chg="add del">
          <ac:chgData name="ARAVIND ASHOK" userId="99978a91ce4717bb" providerId="LiveId" clId="{68644DF6-1031-44EF-A129-EC5DA6DF3889}" dt="2026-09-28T17:29:32.888" v="170" actId="26606"/>
          <ac:spMkLst>
            <pc:docMk/>
            <pc:sldMk cId="2899754001" sldId="265"/>
            <ac:spMk id="33" creationId="{777A147A-9ED8-46B4-8660-1B3C2AA880B5}"/>
          </ac:spMkLst>
        </pc:spChg>
        <pc:spChg chg="add del">
          <ac:chgData name="ARAVIND ASHOK" userId="99978a91ce4717bb" providerId="LiveId" clId="{68644DF6-1031-44EF-A129-EC5DA6DF3889}" dt="2026-09-28T17:29:32.888" v="170" actId="26606"/>
          <ac:spMkLst>
            <pc:docMk/>
            <pc:sldMk cId="2899754001" sldId="265"/>
            <ac:spMk id="34" creationId="{5D6C15A0-C087-4593-8414-2B4EC1CDC3DE}"/>
          </ac:spMkLst>
        </pc:spChg>
        <pc:spChg chg="add del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36" creationId="{2029D5AD-8348-4446-B191-6A9B6FE03F21}"/>
          </ac:spMkLst>
        </pc:spChg>
        <pc:spChg chg="add del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37" creationId="{A3F395A2-2B64-4749-BD93-2F159C7E1FB5}"/>
          </ac:spMkLst>
        </pc:spChg>
        <pc:spChg chg="add del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38" creationId="{5CF0135B-EAB8-4CA0-896C-2D897ECD28BC}"/>
          </ac:spMkLst>
        </pc:spChg>
        <pc:spChg chg="del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39" creationId="{92C3387C-D24F-4737-8A37-1DC5CFF09CFA}"/>
          </ac:spMkLst>
        </pc:spChg>
        <pc:spChg chg="add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44" creationId="{100EDD19-6802-4EC3-95CE-CFFAB042CFD6}"/>
          </ac:spMkLst>
        </pc:spChg>
        <pc:spChg chg="add">
          <ac:chgData name="ARAVIND ASHOK" userId="99978a91ce4717bb" providerId="LiveId" clId="{68644DF6-1031-44EF-A129-EC5DA6DF3889}" dt="2026-09-28T17:36:55.730" v="227" actId="26606"/>
          <ac:spMkLst>
            <pc:docMk/>
            <pc:sldMk cId="2899754001" sldId="265"/>
            <ac:spMk id="46" creationId="{DB17E863-922E-4C26-BD64-E8FD41D28661}"/>
          </ac:spMkLst>
        </pc:spChg>
      </pc:sldChg>
      <pc:sldChg chg="modSp add del mod">
        <pc:chgData name="ARAVIND ASHOK" userId="99978a91ce4717bb" providerId="LiveId" clId="{68644DF6-1031-44EF-A129-EC5DA6DF3889}" dt="2026-09-28T17:26:52.505" v="149" actId="20577"/>
        <pc:sldMkLst>
          <pc:docMk/>
          <pc:sldMk cId="3041884815" sldId="266"/>
        </pc:sldMkLst>
        <pc:spChg chg="mod">
          <ac:chgData name="ARAVIND ASHOK" userId="99978a91ce4717bb" providerId="LiveId" clId="{68644DF6-1031-44EF-A129-EC5DA6DF3889}" dt="2026-09-28T17:26:52.505" v="149" actId="20577"/>
          <ac:spMkLst>
            <pc:docMk/>
            <pc:sldMk cId="3041884815" sldId="266"/>
            <ac:spMk id="2" creationId="{BD64A1DA-EBF0-CD59-4C35-F6362BC65870}"/>
          </ac:spMkLst>
        </pc:spChg>
        <pc:picChg chg="mod">
          <ac:chgData name="ARAVIND ASHOK" userId="99978a91ce4717bb" providerId="LiveId" clId="{68644DF6-1031-44EF-A129-EC5DA6DF3889}" dt="2026-09-28T17:17:11.756" v="76" actId="1076"/>
          <ac:picMkLst>
            <pc:docMk/>
            <pc:sldMk cId="3041884815" sldId="266"/>
            <ac:picMk id="5" creationId="{ACDF0E64-4DF4-569F-A82B-2C78EB59EB80}"/>
          </ac:picMkLst>
        </pc:picChg>
        <pc:picChg chg="mod">
          <ac:chgData name="ARAVIND ASHOK" userId="99978a91ce4717bb" providerId="LiveId" clId="{68644DF6-1031-44EF-A129-EC5DA6DF3889}" dt="2026-09-28T17:17:13.603" v="77" actId="1076"/>
          <ac:picMkLst>
            <pc:docMk/>
            <pc:sldMk cId="3041884815" sldId="266"/>
            <ac:picMk id="7" creationId="{BBDCE2BA-57AC-CA4C-DFF4-48A25063A07B}"/>
          </ac:picMkLst>
        </pc:picChg>
      </pc:sldChg>
      <pc:sldChg chg="addSp delSp modSp mod setBg">
        <pc:chgData name="ARAVIND ASHOK" userId="99978a91ce4717bb" providerId="LiveId" clId="{68644DF6-1031-44EF-A129-EC5DA6DF3889}" dt="2026-09-28T17:39:23.968" v="234" actId="12385"/>
        <pc:sldMkLst>
          <pc:docMk/>
          <pc:sldMk cId="2583436786" sldId="267"/>
        </pc:sldMkLst>
        <pc:spChg chg="mod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2" creationId="{D9690667-E9DE-2340-00EE-7A9041D984BE}"/>
          </ac:spMkLst>
        </pc:spChg>
        <pc:spChg chg="mod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10" creationId="{818E0D1F-7725-A238-DF84-BD5D8D30E743}"/>
          </ac:spMkLst>
        </pc:spChg>
        <pc:spChg chg="add del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15" creationId="{81D377EB-C9D2-4ED0-86A6-740A297E3EAC}"/>
          </ac:spMkLst>
        </pc:spChg>
        <pc:spChg chg="add del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17" creationId="{066346BE-FDB4-4772-A696-0719490ABD64}"/>
          </ac:spMkLst>
        </pc:spChg>
        <pc:spChg chg="add del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19" creationId="{FB92FFCE-0C90-454E-AA25-D4EE9A6C39C5}"/>
          </ac:spMkLst>
        </pc:spChg>
        <pc:spChg chg="add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24" creationId="{35DB3719-6FDC-4E5D-891D-FF40B7300F64}"/>
          </ac:spMkLst>
        </pc:spChg>
        <pc:spChg chg="add">
          <ac:chgData name="ARAVIND ASHOK" userId="99978a91ce4717bb" providerId="LiveId" clId="{68644DF6-1031-44EF-A129-EC5DA6DF3889}" dt="2026-09-28T17:33:17.204" v="219" actId="26606"/>
          <ac:spMkLst>
            <pc:docMk/>
            <pc:sldMk cId="2583436786" sldId="267"/>
            <ac:spMk id="26" creationId="{E0CBAC23-2E3F-4A90-BA59-F8299F6A5439}"/>
          </ac:spMkLst>
        </pc:spChg>
        <pc:graphicFrameChg chg="mod ord modGraphic">
          <ac:chgData name="ARAVIND ASHOK" userId="99978a91ce4717bb" providerId="LiveId" clId="{68644DF6-1031-44EF-A129-EC5DA6DF3889}" dt="2026-09-28T17:39:23.968" v="234" actId="12385"/>
          <ac:graphicFrameMkLst>
            <pc:docMk/>
            <pc:sldMk cId="2583436786" sldId="267"/>
            <ac:graphicFrameMk id="4" creationId="{72092182-FDD8-FB4E-DA95-36760F52DA8E}"/>
          </ac:graphicFrameMkLst>
        </pc:graphicFrameChg>
      </pc:sldChg>
      <pc:sldChg chg="addSp modSp add del mod setBg">
        <pc:chgData name="ARAVIND ASHOK" userId="99978a91ce4717bb" providerId="LiveId" clId="{68644DF6-1031-44EF-A129-EC5DA6DF3889}" dt="2026-09-28T17:26:16.212" v="140" actId="26606"/>
        <pc:sldMkLst>
          <pc:docMk/>
          <pc:sldMk cId="2508787862" sldId="268"/>
        </pc:sldMkLst>
        <pc:spChg chg="mo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2" creationId="{78555DD6-969A-E4BD-ECD4-D67376506B0E}"/>
          </ac:spMkLst>
        </pc:spChg>
        <pc:spChg chg="mo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9" creationId="{70BDB692-B54F-6E5E-1330-E789B125F376}"/>
          </ac:spMkLst>
        </pc:spChg>
        <pc:spChg chg="mo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10" creationId="{32EFC6C5-1F57-938F-29E7-A6ECB5216FD1}"/>
          </ac:spMkLst>
        </pc:spChg>
        <pc:spChg chg="ad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15" creationId="{385E1BDC-A9B0-4A87-82E3-F3187F69A802}"/>
          </ac:spMkLst>
        </pc:spChg>
        <pc:spChg chg="ad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17" creationId="{0990C621-3B8B-4820-8328-D47EF7CE823C}"/>
          </ac:spMkLst>
        </pc:spChg>
        <pc:spChg chg="ad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19" creationId="{C1A2385B-1D2A-4E17-84FA-6CB7F0AAE473}"/>
          </ac:spMkLst>
        </pc:spChg>
        <pc:spChg chg="add">
          <ac:chgData name="ARAVIND ASHOK" userId="99978a91ce4717bb" providerId="LiveId" clId="{68644DF6-1031-44EF-A129-EC5DA6DF3889}" dt="2026-09-28T17:26:16.212" v="140" actId="26606"/>
          <ac:spMkLst>
            <pc:docMk/>
            <pc:sldMk cId="2508787862" sldId="268"/>
            <ac:spMk id="21" creationId="{5E791F2F-79DB-4CC0-9FA1-001E3E91E8B7}"/>
          </ac:spMkLst>
        </pc:spChg>
        <pc:picChg chg="mod ord">
          <ac:chgData name="ARAVIND ASHOK" userId="99978a91ce4717bb" providerId="LiveId" clId="{68644DF6-1031-44EF-A129-EC5DA6DF3889}" dt="2026-09-28T17:26:16.212" v="140" actId="26606"/>
          <ac:picMkLst>
            <pc:docMk/>
            <pc:sldMk cId="2508787862" sldId="268"/>
            <ac:picMk id="5" creationId="{F59FE9F8-FB1E-4F6A-0C9C-5C9B9C915D36}"/>
          </ac:picMkLst>
        </pc:picChg>
        <pc:picChg chg="mod ord">
          <ac:chgData name="ARAVIND ASHOK" userId="99978a91ce4717bb" providerId="LiveId" clId="{68644DF6-1031-44EF-A129-EC5DA6DF3889}" dt="2026-09-28T17:26:16.212" v="140" actId="26606"/>
          <ac:picMkLst>
            <pc:docMk/>
            <pc:sldMk cId="2508787862" sldId="268"/>
            <ac:picMk id="7" creationId="{AAACA8BE-2222-6462-94C2-FFAB38C8E6E7}"/>
          </ac:picMkLst>
        </pc:picChg>
      </pc:sldChg>
      <pc:sldChg chg="add del">
        <pc:chgData name="ARAVIND ASHOK" userId="99978a91ce4717bb" providerId="LiveId" clId="{68644DF6-1031-44EF-A129-EC5DA6DF3889}" dt="2026-09-28T17:13:16.065" v="31" actId="2696"/>
        <pc:sldMkLst>
          <pc:docMk/>
          <pc:sldMk cId="1674865738" sldId="269"/>
        </pc:sldMkLst>
      </pc:sldChg>
      <pc:sldChg chg="add del">
        <pc:chgData name="ARAVIND ASHOK" userId="99978a91ce4717bb" providerId="LiveId" clId="{68644DF6-1031-44EF-A129-EC5DA6DF3889}" dt="2026-09-28T17:13:16.511" v="33" actId="2696"/>
        <pc:sldMkLst>
          <pc:docMk/>
          <pc:sldMk cId="1291807156" sldId="270"/>
        </pc:sldMkLst>
      </pc:sldChg>
      <pc:sldChg chg="addSp modSp add del mod setBg">
        <pc:chgData name="ARAVIND ASHOK" userId="99978a91ce4717bb" providerId="LiveId" clId="{68644DF6-1031-44EF-A129-EC5DA6DF3889}" dt="2026-09-28T17:34:20.635" v="225" actId="26606"/>
        <pc:sldMkLst>
          <pc:docMk/>
          <pc:sldMk cId="3237826627" sldId="271"/>
        </pc:sldMkLst>
        <pc:spChg chg="mod">
          <ac:chgData name="ARAVIND ASHOK" userId="99978a91ce4717bb" providerId="LiveId" clId="{68644DF6-1031-44EF-A129-EC5DA6DF3889}" dt="2026-09-28T17:34:20.635" v="225" actId="26606"/>
          <ac:spMkLst>
            <pc:docMk/>
            <pc:sldMk cId="3237826627" sldId="271"/>
            <ac:spMk id="2" creationId="{F26AE932-F747-D435-6E9B-853A48A529FB}"/>
          </ac:spMkLst>
        </pc:spChg>
        <pc:spChg chg="mod">
          <ac:chgData name="ARAVIND ASHOK" userId="99978a91ce4717bb" providerId="LiveId" clId="{68644DF6-1031-44EF-A129-EC5DA6DF3889}" dt="2026-09-28T17:34:20.635" v="225" actId="26606"/>
          <ac:spMkLst>
            <pc:docMk/>
            <pc:sldMk cId="3237826627" sldId="271"/>
            <ac:spMk id="3" creationId="{F903323F-D575-2F0F-7DC8-D31F7048A187}"/>
          </ac:spMkLst>
        </pc:spChg>
        <pc:spChg chg="mod">
          <ac:chgData name="ARAVIND ASHOK" userId="99978a91ce4717bb" providerId="LiveId" clId="{68644DF6-1031-44EF-A129-EC5DA6DF3889}" dt="2026-09-28T17:34:20.635" v="225" actId="26606"/>
          <ac:spMkLst>
            <pc:docMk/>
            <pc:sldMk cId="3237826627" sldId="271"/>
            <ac:spMk id="4" creationId="{21F9F990-0507-A899-C0A9-1A2E07FB3017}"/>
          </ac:spMkLst>
        </pc:spChg>
        <pc:spChg chg="add">
          <ac:chgData name="ARAVIND ASHOK" userId="99978a91ce4717bb" providerId="LiveId" clId="{68644DF6-1031-44EF-A129-EC5DA6DF3889}" dt="2026-09-28T17:34:20.635" v="225" actId="26606"/>
          <ac:spMkLst>
            <pc:docMk/>
            <pc:sldMk cId="3237826627" sldId="271"/>
            <ac:spMk id="9" creationId="{100EDD19-6802-4EC3-95CE-CFFAB042CFD6}"/>
          </ac:spMkLst>
        </pc:spChg>
        <pc:spChg chg="add">
          <ac:chgData name="ARAVIND ASHOK" userId="99978a91ce4717bb" providerId="LiveId" clId="{68644DF6-1031-44EF-A129-EC5DA6DF3889}" dt="2026-09-28T17:34:20.635" v="225" actId="26606"/>
          <ac:spMkLst>
            <pc:docMk/>
            <pc:sldMk cId="3237826627" sldId="271"/>
            <ac:spMk id="11" creationId="{DB17E863-922E-4C26-BD64-E8FD41D28661}"/>
          </ac:spMkLst>
        </pc:spChg>
      </pc:sldChg>
      <pc:sldChg chg="addSp delSp modSp mod setBg">
        <pc:chgData name="ARAVIND ASHOK" userId="99978a91ce4717bb" providerId="LiveId" clId="{68644DF6-1031-44EF-A129-EC5DA6DF3889}" dt="2026-09-28T17:39:29.125" v="235" actId="12385"/>
        <pc:sldMkLst>
          <pc:docMk/>
          <pc:sldMk cId="2353664426" sldId="272"/>
        </pc:sldMkLst>
        <pc:spChg chg="mod">
          <ac:chgData name="ARAVIND ASHOK" userId="99978a91ce4717bb" providerId="LiveId" clId="{68644DF6-1031-44EF-A129-EC5DA6DF3889}" dt="2026-09-28T17:33:21.640" v="220" actId="26606"/>
          <ac:spMkLst>
            <pc:docMk/>
            <pc:sldMk cId="2353664426" sldId="272"/>
            <ac:spMk id="5" creationId="{BDF9FF48-D797-50A8-B405-87177834B77F}"/>
          </ac:spMkLst>
        </pc:spChg>
        <pc:spChg chg="add del">
          <ac:chgData name="ARAVIND ASHOK" userId="99978a91ce4717bb" providerId="LiveId" clId="{68644DF6-1031-44EF-A129-EC5DA6DF3889}" dt="2026-09-28T17:33:21.640" v="220" actId="26606"/>
          <ac:spMkLst>
            <pc:docMk/>
            <pc:sldMk cId="2353664426" sldId="272"/>
            <ac:spMk id="10" creationId="{81D377EB-C9D2-4ED0-86A6-740A297E3EAC}"/>
          </ac:spMkLst>
        </pc:spChg>
        <pc:spChg chg="add del">
          <ac:chgData name="ARAVIND ASHOK" userId="99978a91ce4717bb" providerId="LiveId" clId="{68644DF6-1031-44EF-A129-EC5DA6DF3889}" dt="2026-09-28T17:33:21.640" v="220" actId="26606"/>
          <ac:spMkLst>
            <pc:docMk/>
            <pc:sldMk cId="2353664426" sldId="272"/>
            <ac:spMk id="12" creationId="{066346BE-FDB4-4772-A696-0719490ABD64}"/>
          </ac:spMkLst>
        </pc:spChg>
        <pc:spChg chg="add del">
          <ac:chgData name="ARAVIND ASHOK" userId="99978a91ce4717bb" providerId="LiveId" clId="{68644DF6-1031-44EF-A129-EC5DA6DF3889}" dt="2026-09-28T17:33:21.640" v="220" actId="26606"/>
          <ac:spMkLst>
            <pc:docMk/>
            <pc:sldMk cId="2353664426" sldId="272"/>
            <ac:spMk id="14" creationId="{FB92FFCE-0C90-454E-AA25-D4EE9A6C39C5}"/>
          </ac:spMkLst>
        </pc:spChg>
        <pc:spChg chg="add">
          <ac:chgData name="ARAVIND ASHOK" userId="99978a91ce4717bb" providerId="LiveId" clId="{68644DF6-1031-44EF-A129-EC5DA6DF3889}" dt="2026-09-28T17:33:21.640" v="220" actId="26606"/>
          <ac:spMkLst>
            <pc:docMk/>
            <pc:sldMk cId="2353664426" sldId="272"/>
            <ac:spMk id="19" creationId="{35DB3719-6FDC-4E5D-891D-FF40B7300F64}"/>
          </ac:spMkLst>
        </pc:spChg>
        <pc:spChg chg="add">
          <ac:chgData name="ARAVIND ASHOK" userId="99978a91ce4717bb" providerId="LiveId" clId="{68644DF6-1031-44EF-A129-EC5DA6DF3889}" dt="2026-09-28T17:33:21.640" v="220" actId="26606"/>
          <ac:spMkLst>
            <pc:docMk/>
            <pc:sldMk cId="2353664426" sldId="272"/>
            <ac:spMk id="21" creationId="{E0CBAC23-2E3F-4A90-BA59-F8299F6A5439}"/>
          </ac:spMkLst>
        </pc:spChg>
        <pc:graphicFrameChg chg="mod ord modGraphic">
          <ac:chgData name="ARAVIND ASHOK" userId="99978a91ce4717bb" providerId="LiveId" clId="{68644DF6-1031-44EF-A129-EC5DA6DF3889}" dt="2026-09-28T17:39:29.125" v="235" actId="12385"/>
          <ac:graphicFrameMkLst>
            <pc:docMk/>
            <pc:sldMk cId="2353664426" sldId="272"/>
            <ac:graphicFrameMk id="4" creationId="{C819C5B2-B498-07F6-A1C0-4B45D30359BF}"/>
          </ac:graphicFrameMkLst>
        </pc:graphicFrameChg>
      </pc:sldChg>
      <pc:sldChg chg="addSp delSp modSp new mod setBg">
        <pc:chgData name="ARAVIND ASHOK" userId="99978a91ce4717bb" providerId="LiveId" clId="{68644DF6-1031-44EF-A129-EC5DA6DF3889}" dt="2026-09-28T17:40:11.043" v="240" actId="2710"/>
        <pc:sldMkLst>
          <pc:docMk/>
          <pc:sldMk cId="2568034324" sldId="273"/>
        </pc:sldMkLst>
        <pc:spChg chg="mod">
          <ac:chgData name="ARAVIND ASHOK" userId="99978a91ce4717bb" providerId="LiveId" clId="{68644DF6-1031-44EF-A129-EC5DA6DF3889}" dt="2026-09-28T17:33:03.238" v="217" actId="26606"/>
          <ac:spMkLst>
            <pc:docMk/>
            <pc:sldMk cId="2568034324" sldId="273"/>
            <ac:spMk id="2" creationId="{B3DEA1C4-DEAB-F29E-3688-D6CF534AC68E}"/>
          </ac:spMkLst>
        </pc:spChg>
        <pc:spChg chg="mod">
          <ac:chgData name="ARAVIND ASHOK" userId="99978a91ce4717bb" providerId="LiveId" clId="{68644DF6-1031-44EF-A129-EC5DA6DF3889}" dt="2026-09-28T17:40:11.043" v="240" actId="2710"/>
          <ac:spMkLst>
            <pc:docMk/>
            <pc:sldMk cId="2568034324" sldId="273"/>
            <ac:spMk id="3" creationId="{83EA58B1-38BE-2C11-540B-D7A0A914111D}"/>
          </ac:spMkLst>
        </pc:spChg>
        <pc:spChg chg="mod">
          <ac:chgData name="ARAVIND ASHOK" userId="99978a91ce4717bb" providerId="LiveId" clId="{68644DF6-1031-44EF-A129-EC5DA6DF3889}" dt="2026-09-28T17:33:03.238" v="217" actId="26606"/>
          <ac:spMkLst>
            <pc:docMk/>
            <pc:sldMk cId="2568034324" sldId="273"/>
            <ac:spMk id="4" creationId="{827B1F74-EB3A-E036-846A-331E2312993B}"/>
          </ac:spMkLst>
        </pc:spChg>
        <pc:spChg chg="add del">
          <ac:chgData name="ARAVIND ASHOK" userId="99978a91ce4717bb" providerId="LiveId" clId="{68644DF6-1031-44EF-A129-EC5DA6DF3889}" dt="2026-09-28T17:33:03.236" v="216" actId="26606"/>
          <ac:spMkLst>
            <pc:docMk/>
            <pc:sldMk cId="2568034324" sldId="273"/>
            <ac:spMk id="9" creationId="{DAF1966E-FD40-4A4A-B61B-C4DF7FA05F06}"/>
          </ac:spMkLst>
        </pc:spChg>
        <pc:spChg chg="add del">
          <ac:chgData name="ARAVIND ASHOK" userId="99978a91ce4717bb" providerId="LiveId" clId="{68644DF6-1031-44EF-A129-EC5DA6DF3889}" dt="2026-09-28T17:33:03.236" v="216" actId="26606"/>
          <ac:spMkLst>
            <pc:docMk/>
            <pc:sldMk cId="2568034324" sldId="273"/>
            <ac:spMk id="11" creationId="{047BFA19-D45E-416B-A404-7AF2F3F27017}"/>
          </ac:spMkLst>
        </pc:spChg>
        <pc:spChg chg="add del">
          <ac:chgData name="ARAVIND ASHOK" userId="99978a91ce4717bb" providerId="LiveId" clId="{68644DF6-1031-44EF-A129-EC5DA6DF3889}" dt="2026-09-28T17:33:03.236" v="216" actId="26606"/>
          <ac:spMkLst>
            <pc:docMk/>
            <pc:sldMk cId="2568034324" sldId="273"/>
            <ac:spMk id="13" creationId="{8E0105E7-23DB-4CF2-8258-FF47C7620F6E}"/>
          </ac:spMkLst>
        </pc:spChg>
        <pc:spChg chg="add del">
          <ac:chgData name="ARAVIND ASHOK" userId="99978a91ce4717bb" providerId="LiveId" clId="{68644DF6-1031-44EF-A129-EC5DA6DF3889}" dt="2026-09-28T17:33:03.236" v="216" actId="26606"/>
          <ac:spMkLst>
            <pc:docMk/>
            <pc:sldMk cId="2568034324" sldId="273"/>
            <ac:spMk id="15" creationId="{074B4F7D-14B2-478B-8BF5-01E4E0C5D263}"/>
          </ac:spMkLst>
        </pc:spChg>
        <pc:spChg chg="add">
          <ac:chgData name="ARAVIND ASHOK" userId="99978a91ce4717bb" providerId="LiveId" clId="{68644DF6-1031-44EF-A129-EC5DA6DF3889}" dt="2026-09-28T17:33:03.238" v="217" actId="26606"/>
          <ac:spMkLst>
            <pc:docMk/>
            <pc:sldMk cId="2568034324" sldId="273"/>
            <ac:spMk id="17" creationId="{100EDD19-6802-4EC3-95CE-CFFAB042CFD6}"/>
          </ac:spMkLst>
        </pc:spChg>
        <pc:spChg chg="add">
          <ac:chgData name="ARAVIND ASHOK" userId="99978a91ce4717bb" providerId="LiveId" clId="{68644DF6-1031-44EF-A129-EC5DA6DF3889}" dt="2026-09-28T17:33:03.238" v="217" actId="26606"/>
          <ac:spMkLst>
            <pc:docMk/>
            <pc:sldMk cId="2568034324" sldId="273"/>
            <ac:spMk id="18" creationId="{DB17E863-922E-4C26-BD64-E8FD41D2866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9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9034CA-11A1-4816-9E5A-8E9E9A004BDA}" type="doc">
      <dgm:prSet loTypeId="urn:microsoft.com/office/officeart/2005/8/layout/vList2" loCatId="list" qsTypeId="urn:microsoft.com/office/officeart/2005/8/quickstyle/simple4#22" qsCatId="simple" csTypeId="urn:microsoft.com/office/officeart/2005/8/colors/colorful5#9" csCatId="colorful" phldr="1"/>
      <dgm:spPr/>
      <dgm:t>
        <a:bodyPr/>
        <a:lstStyle/>
        <a:p>
          <a:endParaRPr lang="en-US"/>
        </a:p>
      </dgm:t>
    </dgm:pt>
    <dgm:pt modelId="{899441D6-265E-4AB4-A5D1-AC2542700F4E}">
      <dgm:prSet/>
      <dgm:spPr/>
      <dgm:t>
        <a:bodyPr/>
        <a:lstStyle/>
        <a:p>
          <a:r>
            <a:rPr lang="en-IN" b="1" dirty="0"/>
            <a:t>LASSO</a:t>
          </a:r>
          <a:endParaRPr lang="en-US" dirty="0"/>
        </a:p>
      </dgm:t>
    </dgm:pt>
    <dgm:pt modelId="{00ED7B00-345D-4BED-82F6-894DF0F800F7}" type="parTrans" cxnId="{5F83A504-B191-4BFE-9150-2116D7B6F17D}">
      <dgm:prSet/>
      <dgm:spPr/>
      <dgm:t>
        <a:bodyPr/>
        <a:lstStyle/>
        <a:p>
          <a:endParaRPr lang="en-US"/>
        </a:p>
      </dgm:t>
    </dgm:pt>
    <dgm:pt modelId="{DB728931-29F4-4FD7-92BB-D2A74F878CC2}" type="sibTrans" cxnId="{5F83A504-B191-4BFE-9150-2116D7B6F17D}">
      <dgm:prSet/>
      <dgm:spPr/>
      <dgm:t>
        <a:bodyPr/>
        <a:lstStyle/>
        <a:p>
          <a:endParaRPr lang="en-US"/>
        </a:p>
      </dgm:t>
    </dgm:pt>
    <dgm:pt modelId="{AFE9527D-BB64-4609-91B6-B090E9608C01}">
      <dgm:prSet/>
      <dgm:spPr/>
      <dgm:t>
        <a:bodyPr/>
        <a:lstStyle/>
        <a:p>
          <a:endParaRPr lang="en-US" dirty="0"/>
        </a:p>
      </dgm:t>
    </dgm:pt>
    <dgm:pt modelId="{4CCACAAF-FD2C-4E10-9A5A-875E6A0E0564}" type="parTrans" cxnId="{BB6050AF-DC1C-4C6E-9932-03462F45F7A8}">
      <dgm:prSet/>
      <dgm:spPr/>
      <dgm:t>
        <a:bodyPr/>
        <a:lstStyle/>
        <a:p>
          <a:endParaRPr lang="en-US"/>
        </a:p>
      </dgm:t>
    </dgm:pt>
    <dgm:pt modelId="{05945219-A532-4F9E-84B5-27B09E1CE1E7}" type="sibTrans" cxnId="{BB6050AF-DC1C-4C6E-9932-03462F45F7A8}">
      <dgm:prSet/>
      <dgm:spPr/>
      <dgm:t>
        <a:bodyPr/>
        <a:lstStyle/>
        <a:p>
          <a:endParaRPr lang="en-US"/>
        </a:p>
      </dgm:t>
    </dgm:pt>
    <dgm:pt modelId="{A08FF2C3-C174-4DE6-B924-559DF9132926}">
      <dgm:prSet/>
      <dgm:spPr/>
      <dgm:t>
        <a:bodyPr/>
        <a:lstStyle/>
        <a:p>
          <a:r>
            <a:rPr lang="en-IN" dirty="0"/>
            <a:t>Optimization-based sparse recovery method. </a:t>
          </a:r>
          <a:endParaRPr lang="en-US" dirty="0"/>
        </a:p>
      </dgm:t>
    </dgm:pt>
    <dgm:pt modelId="{B4DEA444-0F1A-421D-8752-288556986FB0}" type="parTrans" cxnId="{400B4245-0BAF-4C92-BB20-1658CEBD5BE6}">
      <dgm:prSet/>
      <dgm:spPr/>
      <dgm:t>
        <a:bodyPr/>
        <a:lstStyle/>
        <a:p>
          <a:endParaRPr lang="en-US"/>
        </a:p>
      </dgm:t>
    </dgm:pt>
    <dgm:pt modelId="{32BC8D44-D920-4289-BC1F-3984FEEC7B97}" type="sibTrans" cxnId="{400B4245-0BAF-4C92-BB20-1658CEBD5BE6}">
      <dgm:prSet/>
      <dgm:spPr/>
      <dgm:t>
        <a:bodyPr/>
        <a:lstStyle/>
        <a:p>
          <a:endParaRPr lang="en-US"/>
        </a:p>
      </dgm:t>
    </dgm:pt>
    <dgm:pt modelId="{7C5E8793-F716-4BB5-BA9A-AF67C104ED5A}">
      <dgm:prSet/>
      <dgm:spPr/>
      <dgm:t>
        <a:bodyPr/>
        <a:lstStyle/>
        <a:p>
          <a:r>
            <a:rPr lang="en-IN"/>
            <a:t>Uses L1 regularization. </a:t>
          </a:r>
          <a:endParaRPr lang="en-US"/>
        </a:p>
      </dgm:t>
    </dgm:pt>
    <dgm:pt modelId="{43EE0FE0-8917-4B7D-B0FD-2576610919F3}" type="parTrans" cxnId="{DD53E5A8-BFAF-437F-AC2C-804089E7B044}">
      <dgm:prSet/>
      <dgm:spPr/>
      <dgm:t>
        <a:bodyPr/>
        <a:lstStyle/>
        <a:p>
          <a:endParaRPr lang="en-US"/>
        </a:p>
      </dgm:t>
    </dgm:pt>
    <dgm:pt modelId="{26984482-F440-4A1B-8535-B09C8BD0689E}" type="sibTrans" cxnId="{DD53E5A8-BFAF-437F-AC2C-804089E7B044}">
      <dgm:prSet/>
      <dgm:spPr/>
      <dgm:t>
        <a:bodyPr/>
        <a:lstStyle/>
        <a:p>
          <a:endParaRPr lang="en-US"/>
        </a:p>
      </dgm:t>
    </dgm:pt>
    <dgm:pt modelId="{7FC51509-8532-4442-9674-54343C5C36E3}">
      <dgm:prSet/>
      <dgm:spPr/>
      <dgm:t>
        <a:bodyPr/>
        <a:lstStyle/>
        <a:p>
          <a:r>
            <a:rPr lang="en-IN"/>
            <a:t>Used as a conventional baseline. </a:t>
          </a:r>
          <a:endParaRPr lang="en-US"/>
        </a:p>
      </dgm:t>
    </dgm:pt>
    <dgm:pt modelId="{EB584217-20FA-4B7C-9D82-69028B2EBDB3}" type="parTrans" cxnId="{96DE2E9B-BF50-4273-ADE4-E2AAC42042E9}">
      <dgm:prSet/>
      <dgm:spPr/>
      <dgm:t>
        <a:bodyPr/>
        <a:lstStyle/>
        <a:p>
          <a:endParaRPr lang="en-US"/>
        </a:p>
      </dgm:t>
    </dgm:pt>
    <dgm:pt modelId="{53C81DA8-17CE-44EB-AE92-2B219122BF6B}" type="sibTrans" cxnId="{96DE2E9B-BF50-4273-ADE4-E2AAC42042E9}">
      <dgm:prSet/>
      <dgm:spPr/>
      <dgm:t>
        <a:bodyPr/>
        <a:lstStyle/>
        <a:p>
          <a:endParaRPr lang="en-US"/>
        </a:p>
      </dgm:t>
    </dgm:pt>
    <dgm:pt modelId="{DD1501CF-C5C0-41CF-B747-EE0792E7112E}">
      <dgm:prSet/>
      <dgm:spPr/>
      <dgm:t>
        <a:bodyPr/>
        <a:lstStyle/>
        <a:p>
          <a:r>
            <a:rPr lang="en-IN" b="1"/>
            <a:t>SBL</a:t>
          </a:r>
          <a:endParaRPr lang="en-US"/>
        </a:p>
      </dgm:t>
    </dgm:pt>
    <dgm:pt modelId="{2239E772-6EAC-4185-BFD7-696BD1568219}" type="parTrans" cxnId="{C9975D71-4238-47DE-B588-292DEF0FA2DA}">
      <dgm:prSet/>
      <dgm:spPr/>
      <dgm:t>
        <a:bodyPr/>
        <a:lstStyle/>
        <a:p>
          <a:endParaRPr lang="en-US"/>
        </a:p>
      </dgm:t>
    </dgm:pt>
    <dgm:pt modelId="{1141B7B7-FAC3-4A7A-8484-F4BE8350305B}" type="sibTrans" cxnId="{C9975D71-4238-47DE-B588-292DEF0FA2DA}">
      <dgm:prSet/>
      <dgm:spPr/>
      <dgm:t>
        <a:bodyPr/>
        <a:lstStyle/>
        <a:p>
          <a:endParaRPr lang="en-US"/>
        </a:p>
      </dgm:t>
    </dgm:pt>
    <dgm:pt modelId="{70DA570A-4EEA-4600-90EF-459D20E7C8A0}">
      <dgm:prSet/>
      <dgm:spPr/>
      <dgm:t>
        <a:bodyPr/>
        <a:lstStyle/>
        <a:p>
          <a:r>
            <a:rPr lang="en-IN"/>
            <a:t>Sparse Bayesian Learning. </a:t>
          </a:r>
          <a:endParaRPr lang="en-US"/>
        </a:p>
      </dgm:t>
    </dgm:pt>
    <dgm:pt modelId="{3491136A-16D6-4D66-94B1-69BD39F44699}" type="parTrans" cxnId="{FC794588-D60E-471F-836A-ED603F911A04}">
      <dgm:prSet/>
      <dgm:spPr/>
      <dgm:t>
        <a:bodyPr/>
        <a:lstStyle/>
        <a:p>
          <a:endParaRPr lang="en-US"/>
        </a:p>
      </dgm:t>
    </dgm:pt>
    <dgm:pt modelId="{7980FE67-87CA-4892-9E97-F712349D8597}" type="sibTrans" cxnId="{FC794588-D60E-471F-836A-ED603F911A04}">
      <dgm:prSet/>
      <dgm:spPr/>
      <dgm:t>
        <a:bodyPr/>
        <a:lstStyle/>
        <a:p>
          <a:endParaRPr lang="en-US"/>
        </a:p>
      </dgm:t>
    </dgm:pt>
    <dgm:pt modelId="{DA785AA7-A7F5-4862-8E75-24F5C438A688}">
      <dgm:prSet/>
      <dgm:spPr/>
      <dgm:t>
        <a:bodyPr/>
        <a:lstStyle/>
        <a:p>
          <a:r>
            <a:rPr lang="en-IN"/>
            <a:t>Bayesian approach to sparse recovery. </a:t>
          </a:r>
          <a:endParaRPr lang="en-US"/>
        </a:p>
      </dgm:t>
    </dgm:pt>
    <dgm:pt modelId="{6F6F8697-FC22-41C2-A493-642214280EAB}" type="parTrans" cxnId="{8553943A-FB9A-4E79-9B36-893675E37475}">
      <dgm:prSet/>
      <dgm:spPr/>
      <dgm:t>
        <a:bodyPr/>
        <a:lstStyle/>
        <a:p>
          <a:endParaRPr lang="en-US"/>
        </a:p>
      </dgm:t>
    </dgm:pt>
    <dgm:pt modelId="{31405BEA-6708-4820-BC92-DDC6C03246A1}" type="sibTrans" cxnId="{8553943A-FB9A-4E79-9B36-893675E37475}">
      <dgm:prSet/>
      <dgm:spPr/>
      <dgm:t>
        <a:bodyPr/>
        <a:lstStyle/>
        <a:p>
          <a:endParaRPr lang="en-US"/>
        </a:p>
      </dgm:t>
    </dgm:pt>
    <dgm:pt modelId="{D474D2FE-C99D-492C-8987-C9984970ACF1}">
      <dgm:prSet/>
      <dgm:spPr/>
      <dgm:t>
        <a:bodyPr/>
        <a:lstStyle/>
        <a:p>
          <a:r>
            <a:rPr lang="en-IN"/>
            <a:t>Used as another conventional baseline. </a:t>
          </a:r>
          <a:endParaRPr lang="en-US"/>
        </a:p>
      </dgm:t>
    </dgm:pt>
    <dgm:pt modelId="{817224A7-DC1A-4ACF-A756-FA7A95AE6204}" type="parTrans" cxnId="{951438ED-1369-45C1-A420-57DB841181FA}">
      <dgm:prSet/>
      <dgm:spPr/>
      <dgm:t>
        <a:bodyPr/>
        <a:lstStyle/>
        <a:p>
          <a:endParaRPr lang="en-US"/>
        </a:p>
      </dgm:t>
    </dgm:pt>
    <dgm:pt modelId="{912547B6-953D-4803-BD4C-9AEBE8F0D1B4}" type="sibTrans" cxnId="{951438ED-1369-45C1-A420-57DB841181FA}">
      <dgm:prSet/>
      <dgm:spPr/>
      <dgm:t>
        <a:bodyPr/>
        <a:lstStyle/>
        <a:p>
          <a:endParaRPr lang="en-US"/>
        </a:p>
      </dgm:t>
    </dgm:pt>
    <dgm:pt modelId="{D3A56526-E280-43FD-965E-0C0C2B5156AC}">
      <dgm:prSet/>
      <dgm:spPr/>
      <dgm:t>
        <a:bodyPr/>
        <a:lstStyle/>
        <a:p>
          <a:r>
            <a:rPr lang="en-IN" b="1"/>
            <a:t>Purpose:</a:t>
          </a:r>
          <a:endParaRPr lang="en-US"/>
        </a:p>
      </dgm:t>
    </dgm:pt>
    <dgm:pt modelId="{0F5ED40E-D6BB-48A2-8C0B-896F5AFAC386}" type="parTrans" cxnId="{CDA8495D-A7EF-4480-881C-353D63732D27}">
      <dgm:prSet/>
      <dgm:spPr/>
      <dgm:t>
        <a:bodyPr/>
        <a:lstStyle/>
        <a:p>
          <a:endParaRPr lang="en-US"/>
        </a:p>
      </dgm:t>
    </dgm:pt>
    <dgm:pt modelId="{695AF38F-13C5-40D0-9DC6-C88A28AA1FE1}" type="sibTrans" cxnId="{CDA8495D-A7EF-4480-881C-353D63732D27}">
      <dgm:prSet/>
      <dgm:spPr/>
      <dgm:t>
        <a:bodyPr/>
        <a:lstStyle/>
        <a:p>
          <a:endParaRPr lang="en-US"/>
        </a:p>
      </dgm:t>
    </dgm:pt>
    <dgm:pt modelId="{80974381-E178-49BA-A76C-E7C990EEEA06}">
      <dgm:prSet/>
      <dgm:spPr/>
      <dgm:t>
        <a:bodyPr/>
        <a:lstStyle/>
        <a:p>
          <a:r>
            <a:rPr lang="en-IN"/>
            <a:t>The purpose is not to make LASSO or SBL the main project, but to provide </a:t>
          </a:r>
          <a:r>
            <a:rPr lang="en-IN" b="1"/>
            <a:t>reference points for comparing the GAN reconstruction</a:t>
          </a:r>
          <a:r>
            <a:rPr lang="en-IN"/>
            <a:t>.</a:t>
          </a:r>
          <a:endParaRPr lang="en-US"/>
        </a:p>
      </dgm:t>
    </dgm:pt>
    <dgm:pt modelId="{1C06700F-57D1-42AE-8D80-8D12B981C919}" type="parTrans" cxnId="{0C1C081D-C9C8-4790-8C41-63076FC855CD}">
      <dgm:prSet/>
      <dgm:spPr/>
      <dgm:t>
        <a:bodyPr/>
        <a:lstStyle/>
        <a:p>
          <a:endParaRPr lang="en-US"/>
        </a:p>
      </dgm:t>
    </dgm:pt>
    <dgm:pt modelId="{33C234F5-8C48-458E-954D-53951233A51A}" type="sibTrans" cxnId="{0C1C081D-C9C8-4790-8C41-63076FC855CD}">
      <dgm:prSet/>
      <dgm:spPr/>
      <dgm:t>
        <a:bodyPr/>
        <a:lstStyle/>
        <a:p>
          <a:endParaRPr lang="en-US"/>
        </a:p>
      </dgm:t>
    </dgm:pt>
    <dgm:pt modelId="{4664D6BF-D39F-4007-B414-2D57422B1A03}" type="pres">
      <dgm:prSet presAssocID="{A09034CA-11A1-4816-9E5A-8E9E9A004BDA}" presName="linear" presStyleCnt="0">
        <dgm:presLayoutVars>
          <dgm:animLvl val="lvl"/>
          <dgm:resizeHandles val="exact"/>
        </dgm:presLayoutVars>
      </dgm:prSet>
      <dgm:spPr/>
    </dgm:pt>
    <dgm:pt modelId="{BF12A050-79B6-4441-BB5C-110C647AD77E}" type="pres">
      <dgm:prSet presAssocID="{899441D6-265E-4AB4-A5D1-AC2542700F4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25C58A-2986-41B0-9205-E242E8039AFE}" type="pres">
      <dgm:prSet presAssocID="{899441D6-265E-4AB4-A5D1-AC2542700F4E}" presName="childText" presStyleLbl="revTx" presStyleIdx="0" presStyleCnt="3">
        <dgm:presLayoutVars>
          <dgm:bulletEnabled val="1"/>
        </dgm:presLayoutVars>
      </dgm:prSet>
      <dgm:spPr/>
    </dgm:pt>
    <dgm:pt modelId="{57B3CD61-4701-408D-BAB2-BAA89295C704}" type="pres">
      <dgm:prSet presAssocID="{DD1501CF-C5C0-41CF-B747-EE0792E7112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3B3F42A-A6D7-4EB0-B5D0-6C780D03AE94}" type="pres">
      <dgm:prSet presAssocID="{DD1501CF-C5C0-41CF-B747-EE0792E7112E}" presName="childText" presStyleLbl="revTx" presStyleIdx="1" presStyleCnt="3">
        <dgm:presLayoutVars>
          <dgm:bulletEnabled val="1"/>
        </dgm:presLayoutVars>
      </dgm:prSet>
      <dgm:spPr/>
    </dgm:pt>
    <dgm:pt modelId="{863BAD74-6D21-4901-B6D3-D86FDCA0EAE4}" type="pres">
      <dgm:prSet presAssocID="{D3A56526-E280-43FD-965E-0C0C2B5156A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3D051AE-BA3F-443F-9AF0-68301BEF750F}" type="pres">
      <dgm:prSet presAssocID="{D3A56526-E280-43FD-965E-0C0C2B5156A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5F83A504-B191-4BFE-9150-2116D7B6F17D}" srcId="{A09034CA-11A1-4816-9E5A-8E9E9A004BDA}" destId="{899441D6-265E-4AB4-A5D1-AC2542700F4E}" srcOrd="0" destOrd="0" parTransId="{00ED7B00-345D-4BED-82F6-894DF0F800F7}" sibTransId="{DB728931-29F4-4FD7-92BB-D2A74F878CC2}"/>
    <dgm:cxn modelId="{0C1C081D-C9C8-4790-8C41-63076FC855CD}" srcId="{D3A56526-E280-43FD-965E-0C0C2B5156AC}" destId="{80974381-E178-49BA-A76C-E7C990EEEA06}" srcOrd="0" destOrd="0" parTransId="{1C06700F-57D1-42AE-8D80-8D12B981C919}" sibTransId="{33C234F5-8C48-458E-954D-53951233A51A}"/>
    <dgm:cxn modelId="{CCE46520-18DA-419D-9774-DBA8DC503F6A}" type="presOf" srcId="{D474D2FE-C99D-492C-8987-C9984970ACF1}" destId="{F3B3F42A-A6D7-4EB0-B5D0-6C780D03AE94}" srcOrd="0" destOrd="2" presId="urn:microsoft.com/office/officeart/2005/8/layout/vList2"/>
    <dgm:cxn modelId="{ACA00A2C-24E8-4B42-8FDD-7B5164509FD1}" type="presOf" srcId="{A08FF2C3-C174-4DE6-B924-559DF9132926}" destId="{1825C58A-2986-41B0-9205-E242E8039AFE}" srcOrd="0" destOrd="1" presId="urn:microsoft.com/office/officeart/2005/8/layout/vList2"/>
    <dgm:cxn modelId="{8553943A-FB9A-4E79-9B36-893675E37475}" srcId="{DD1501CF-C5C0-41CF-B747-EE0792E7112E}" destId="{DA785AA7-A7F5-4862-8E75-24F5C438A688}" srcOrd="1" destOrd="0" parTransId="{6F6F8697-FC22-41C2-A493-642214280EAB}" sibTransId="{31405BEA-6708-4820-BC92-DDC6C03246A1}"/>
    <dgm:cxn modelId="{CDA8495D-A7EF-4480-881C-353D63732D27}" srcId="{A09034CA-11A1-4816-9E5A-8E9E9A004BDA}" destId="{D3A56526-E280-43FD-965E-0C0C2B5156AC}" srcOrd="2" destOrd="0" parTransId="{0F5ED40E-D6BB-48A2-8C0B-896F5AFAC386}" sibTransId="{695AF38F-13C5-40D0-9DC6-C88A28AA1FE1}"/>
    <dgm:cxn modelId="{400B4245-0BAF-4C92-BB20-1658CEBD5BE6}" srcId="{AFE9527D-BB64-4609-91B6-B090E9608C01}" destId="{A08FF2C3-C174-4DE6-B924-559DF9132926}" srcOrd="0" destOrd="0" parTransId="{B4DEA444-0F1A-421D-8752-288556986FB0}" sibTransId="{32BC8D44-D920-4289-BC1F-3984FEEC7B97}"/>
    <dgm:cxn modelId="{1657E070-A060-4307-81AB-CC8982370CEC}" type="presOf" srcId="{DA785AA7-A7F5-4862-8E75-24F5C438A688}" destId="{F3B3F42A-A6D7-4EB0-B5D0-6C780D03AE94}" srcOrd="0" destOrd="1" presId="urn:microsoft.com/office/officeart/2005/8/layout/vList2"/>
    <dgm:cxn modelId="{C9975D71-4238-47DE-B588-292DEF0FA2DA}" srcId="{A09034CA-11A1-4816-9E5A-8E9E9A004BDA}" destId="{DD1501CF-C5C0-41CF-B747-EE0792E7112E}" srcOrd="1" destOrd="0" parTransId="{2239E772-6EAC-4185-BFD7-696BD1568219}" sibTransId="{1141B7B7-FAC3-4A7A-8484-F4BE8350305B}"/>
    <dgm:cxn modelId="{3D43A271-D000-47BE-9CF7-C9B25DEF7B95}" type="presOf" srcId="{7FC51509-8532-4442-9674-54343C5C36E3}" destId="{1825C58A-2986-41B0-9205-E242E8039AFE}" srcOrd="0" destOrd="3" presId="urn:microsoft.com/office/officeart/2005/8/layout/vList2"/>
    <dgm:cxn modelId="{0E905F7D-2FB3-43B4-B924-603472D347EA}" type="presOf" srcId="{D3A56526-E280-43FD-965E-0C0C2B5156AC}" destId="{863BAD74-6D21-4901-B6D3-D86FDCA0EAE4}" srcOrd="0" destOrd="0" presId="urn:microsoft.com/office/officeart/2005/8/layout/vList2"/>
    <dgm:cxn modelId="{FC794588-D60E-471F-836A-ED603F911A04}" srcId="{DD1501CF-C5C0-41CF-B747-EE0792E7112E}" destId="{70DA570A-4EEA-4600-90EF-459D20E7C8A0}" srcOrd="0" destOrd="0" parTransId="{3491136A-16D6-4D66-94B1-69BD39F44699}" sibTransId="{7980FE67-87CA-4892-9E97-F712349D8597}"/>
    <dgm:cxn modelId="{96DE2E9B-BF50-4273-ADE4-E2AAC42042E9}" srcId="{AFE9527D-BB64-4609-91B6-B090E9608C01}" destId="{7FC51509-8532-4442-9674-54343C5C36E3}" srcOrd="2" destOrd="0" parTransId="{EB584217-20FA-4B7C-9D82-69028B2EBDB3}" sibTransId="{53C81DA8-17CE-44EB-AE92-2B219122BF6B}"/>
    <dgm:cxn modelId="{9DFA7CA3-A102-45BA-907F-52254D764005}" type="presOf" srcId="{7C5E8793-F716-4BB5-BA9A-AF67C104ED5A}" destId="{1825C58A-2986-41B0-9205-E242E8039AFE}" srcOrd="0" destOrd="2" presId="urn:microsoft.com/office/officeart/2005/8/layout/vList2"/>
    <dgm:cxn modelId="{DD53E5A8-BFAF-437F-AC2C-804089E7B044}" srcId="{AFE9527D-BB64-4609-91B6-B090E9608C01}" destId="{7C5E8793-F716-4BB5-BA9A-AF67C104ED5A}" srcOrd="1" destOrd="0" parTransId="{43EE0FE0-8917-4B7D-B0FD-2576610919F3}" sibTransId="{26984482-F440-4A1B-8535-B09C8BD0689E}"/>
    <dgm:cxn modelId="{BB6050AF-DC1C-4C6E-9932-03462F45F7A8}" srcId="{899441D6-265E-4AB4-A5D1-AC2542700F4E}" destId="{AFE9527D-BB64-4609-91B6-B090E9608C01}" srcOrd="0" destOrd="0" parTransId="{4CCACAAF-FD2C-4E10-9A5A-875E6A0E0564}" sibTransId="{05945219-A532-4F9E-84B5-27B09E1CE1E7}"/>
    <dgm:cxn modelId="{C83E9AB7-DB78-4150-A20D-FE016AA983F5}" type="presOf" srcId="{AFE9527D-BB64-4609-91B6-B090E9608C01}" destId="{1825C58A-2986-41B0-9205-E242E8039AFE}" srcOrd="0" destOrd="0" presId="urn:microsoft.com/office/officeart/2005/8/layout/vList2"/>
    <dgm:cxn modelId="{3ECDA0CA-C30E-4FB3-B538-C775E08A979D}" type="presOf" srcId="{A09034CA-11A1-4816-9E5A-8E9E9A004BDA}" destId="{4664D6BF-D39F-4007-B414-2D57422B1A03}" srcOrd="0" destOrd="0" presId="urn:microsoft.com/office/officeart/2005/8/layout/vList2"/>
    <dgm:cxn modelId="{A97E07CC-81B7-42E1-B5B0-2F0310E9605A}" type="presOf" srcId="{70DA570A-4EEA-4600-90EF-459D20E7C8A0}" destId="{F3B3F42A-A6D7-4EB0-B5D0-6C780D03AE94}" srcOrd="0" destOrd="0" presId="urn:microsoft.com/office/officeart/2005/8/layout/vList2"/>
    <dgm:cxn modelId="{D4EC4BCC-1317-467E-A5C5-1FE9E14FC22A}" type="presOf" srcId="{899441D6-265E-4AB4-A5D1-AC2542700F4E}" destId="{BF12A050-79B6-4441-BB5C-110C647AD77E}" srcOrd="0" destOrd="0" presId="urn:microsoft.com/office/officeart/2005/8/layout/vList2"/>
    <dgm:cxn modelId="{0765F1CF-3EBC-418F-B3EE-FBE0D57F0559}" type="presOf" srcId="{80974381-E178-49BA-A76C-E7C990EEEA06}" destId="{63D051AE-BA3F-443F-9AF0-68301BEF750F}" srcOrd="0" destOrd="0" presId="urn:microsoft.com/office/officeart/2005/8/layout/vList2"/>
    <dgm:cxn modelId="{951438ED-1369-45C1-A420-57DB841181FA}" srcId="{DD1501CF-C5C0-41CF-B747-EE0792E7112E}" destId="{D474D2FE-C99D-492C-8987-C9984970ACF1}" srcOrd="2" destOrd="0" parTransId="{817224A7-DC1A-4ACF-A756-FA7A95AE6204}" sibTransId="{912547B6-953D-4803-BD4C-9AEBE8F0D1B4}"/>
    <dgm:cxn modelId="{76815AFC-5B72-43D5-A965-31E84B46D379}" type="presOf" srcId="{DD1501CF-C5C0-41CF-B747-EE0792E7112E}" destId="{57B3CD61-4701-408D-BAB2-BAA89295C704}" srcOrd="0" destOrd="0" presId="urn:microsoft.com/office/officeart/2005/8/layout/vList2"/>
    <dgm:cxn modelId="{C7CCE8B0-007C-49BB-80B4-B11D5C874322}" type="presParOf" srcId="{4664D6BF-D39F-4007-B414-2D57422B1A03}" destId="{BF12A050-79B6-4441-BB5C-110C647AD77E}" srcOrd="0" destOrd="0" presId="urn:microsoft.com/office/officeart/2005/8/layout/vList2"/>
    <dgm:cxn modelId="{5D7A1489-8A99-4C16-855A-5CECF1937A87}" type="presParOf" srcId="{4664D6BF-D39F-4007-B414-2D57422B1A03}" destId="{1825C58A-2986-41B0-9205-E242E8039AFE}" srcOrd="1" destOrd="0" presId="urn:microsoft.com/office/officeart/2005/8/layout/vList2"/>
    <dgm:cxn modelId="{D1408251-5DDF-4B40-AE32-8BE218B05EDF}" type="presParOf" srcId="{4664D6BF-D39F-4007-B414-2D57422B1A03}" destId="{57B3CD61-4701-408D-BAB2-BAA89295C704}" srcOrd="2" destOrd="0" presId="urn:microsoft.com/office/officeart/2005/8/layout/vList2"/>
    <dgm:cxn modelId="{1A35497D-FF0F-4874-9A7D-D282DE4DC303}" type="presParOf" srcId="{4664D6BF-D39F-4007-B414-2D57422B1A03}" destId="{F3B3F42A-A6D7-4EB0-B5D0-6C780D03AE94}" srcOrd="3" destOrd="0" presId="urn:microsoft.com/office/officeart/2005/8/layout/vList2"/>
    <dgm:cxn modelId="{31B2BAA6-41D2-402D-A7A0-A764B8F3A8FA}" type="presParOf" srcId="{4664D6BF-D39F-4007-B414-2D57422B1A03}" destId="{863BAD74-6D21-4901-B6D3-D86FDCA0EAE4}" srcOrd="4" destOrd="0" presId="urn:microsoft.com/office/officeart/2005/8/layout/vList2"/>
    <dgm:cxn modelId="{52A54CB3-3779-4726-B63C-C221EC3074F9}" type="presParOf" srcId="{4664D6BF-D39F-4007-B414-2D57422B1A03}" destId="{63D051AE-BA3F-443F-9AF0-68301BEF750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2A050-79B6-4441-BB5C-110C647AD77E}">
      <dsp:nvSpPr>
        <dsp:cNvPr id="0" name=""/>
        <dsp:cNvSpPr/>
      </dsp:nvSpPr>
      <dsp:spPr>
        <a:xfrm>
          <a:off x="0" y="11888"/>
          <a:ext cx="5867719" cy="491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LASSO</a:t>
          </a:r>
          <a:endParaRPr lang="en-US" sz="2000" kern="1200" dirty="0"/>
        </a:p>
      </dsp:txBody>
      <dsp:txXfrm>
        <a:off x="23988" y="35876"/>
        <a:ext cx="5819743" cy="443424"/>
      </dsp:txXfrm>
    </dsp:sp>
    <dsp:sp modelId="{1825C58A-2986-41B0-9205-E242E8039AFE}">
      <dsp:nvSpPr>
        <dsp:cNvPr id="0" name=""/>
        <dsp:cNvSpPr/>
      </dsp:nvSpPr>
      <dsp:spPr>
        <a:xfrm>
          <a:off x="0" y="503288"/>
          <a:ext cx="5867719" cy="1097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30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 dirty="0"/>
            <a:t>Optimization-based sparse recovery method. </a:t>
          </a: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Uses L1 regularization. </a:t>
          </a:r>
          <a:endParaRPr lang="en-US" sz="1600" kern="120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Used as a conventional baseline. </a:t>
          </a:r>
          <a:endParaRPr lang="en-US" sz="1600" kern="1200"/>
        </a:p>
      </dsp:txBody>
      <dsp:txXfrm>
        <a:off x="0" y="503288"/>
        <a:ext cx="5867719" cy="1097100"/>
      </dsp:txXfrm>
    </dsp:sp>
    <dsp:sp modelId="{57B3CD61-4701-408D-BAB2-BAA89295C704}">
      <dsp:nvSpPr>
        <dsp:cNvPr id="0" name=""/>
        <dsp:cNvSpPr/>
      </dsp:nvSpPr>
      <dsp:spPr>
        <a:xfrm>
          <a:off x="0" y="1600388"/>
          <a:ext cx="5867719" cy="4914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SBL</a:t>
          </a:r>
          <a:endParaRPr lang="en-US" sz="2000" kern="1200"/>
        </a:p>
      </dsp:txBody>
      <dsp:txXfrm>
        <a:off x="23988" y="1624376"/>
        <a:ext cx="5819743" cy="443424"/>
      </dsp:txXfrm>
    </dsp:sp>
    <dsp:sp modelId="{F3B3F42A-A6D7-4EB0-B5D0-6C780D03AE94}">
      <dsp:nvSpPr>
        <dsp:cNvPr id="0" name=""/>
        <dsp:cNvSpPr/>
      </dsp:nvSpPr>
      <dsp:spPr>
        <a:xfrm>
          <a:off x="0" y="2091789"/>
          <a:ext cx="5867719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30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Sparse Bayesian Learning.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Bayesian approach to sparse recovery.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Used as another conventional baseline. </a:t>
          </a:r>
          <a:endParaRPr lang="en-US" sz="1600" kern="1200"/>
        </a:p>
      </dsp:txBody>
      <dsp:txXfrm>
        <a:off x="0" y="2091789"/>
        <a:ext cx="5867719" cy="828000"/>
      </dsp:txXfrm>
    </dsp:sp>
    <dsp:sp modelId="{863BAD74-6D21-4901-B6D3-D86FDCA0EAE4}">
      <dsp:nvSpPr>
        <dsp:cNvPr id="0" name=""/>
        <dsp:cNvSpPr/>
      </dsp:nvSpPr>
      <dsp:spPr>
        <a:xfrm>
          <a:off x="0" y="2919789"/>
          <a:ext cx="5867719" cy="491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Purpose:</a:t>
          </a:r>
          <a:endParaRPr lang="en-US" sz="2000" kern="1200"/>
        </a:p>
      </dsp:txBody>
      <dsp:txXfrm>
        <a:off x="23988" y="2943777"/>
        <a:ext cx="5819743" cy="443424"/>
      </dsp:txXfrm>
    </dsp:sp>
    <dsp:sp modelId="{63D051AE-BA3F-443F-9AF0-68301BEF750F}">
      <dsp:nvSpPr>
        <dsp:cNvPr id="0" name=""/>
        <dsp:cNvSpPr/>
      </dsp:nvSpPr>
      <dsp:spPr>
        <a:xfrm>
          <a:off x="0" y="3411189"/>
          <a:ext cx="5867719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30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The purpose is not to make LASSO or SBL the main project, but to provide </a:t>
          </a:r>
          <a:r>
            <a:rPr lang="en-IN" sz="1600" b="1" kern="1200"/>
            <a:t>reference points for comparing the GAN reconstruction</a:t>
          </a:r>
          <a:r>
            <a:rPr lang="en-IN" sz="1600" kern="1200"/>
            <a:t>.</a:t>
          </a:r>
          <a:endParaRPr lang="en-US" sz="1600" kern="1200"/>
        </a:p>
      </dsp:txBody>
      <dsp:txXfrm>
        <a:off x="0" y="3411189"/>
        <a:ext cx="5867719" cy="724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2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6B795-41D1-44F3-A735-B5326188966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56CB3-1F60-4539-AA2C-4CD87E5E27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53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8422-9F76-3D27-33D7-44A41683A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999BE-A30E-CF86-1B85-DCCE1113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E7943-723E-20AD-2443-415057AC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E1900-A11C-4976-87D5-5CE8D97F0D90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2C5F7-8398-B60F-DFE4-07B12891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CDD18-9D3C-E840-4CCE-DB2E92DB9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12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B982-DEAA-6623-EFBF-267CCF79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D33DD-CFB0-A5B0-1913-5A621098E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E0DFB-8E6D-88A5-F770-C2F6B40C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2B26C-E5D0-4130-B11A-F01D68DB3931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E89C1-D117-35F3-1637-E1B0CCC9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530A9-30D9-59DE-4D77-9B561F1F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41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0251-B92D-F50C-4D33-4DFBFA30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46C55-F851-8F7D-083D-33D08412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EEE3D-EE59-9EEA-DA14-6D88CE82A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F8848-D0D4-4B32-AC28-713A7934FD6B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74964-848A-04A9-30DB-C0693CFD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1EA0E-3726-316C-7168-FF501B6E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47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2162-649F-B3B9-C661-0EE359FE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AB5A-D2E5-575B-D9E0-EA16668A0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3275E-D505-4CCB-91F8-557C93663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9872C-9B06-AB96-4002-818E8880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DB918-B2A1-4E29-9902-BD6ED3033A65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1BE66-AA21-AAA9-55A1-E79EF159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37077-0F77-FEE3-79F9-A6DBCA0A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760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AD5C-B43A-1CD4-4876-DF187F59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D5DA8-2F94-8CB4-0D90-F82E134D8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0CD1F-4E88-3A76-B6F9-D98D73352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B6D60-1071-95D8-325E-E49F72EBD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7430F-9F67-22A5-E3D6-78A939624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E71544-0941-0057-B476-14D33462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0AB1-4042-4562-B35B-5928CF3F665E}" type="datetime1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E9D62-C96B-3E8F-358E-9F7B2AA5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B4CCA8-F71D-3CB3-0A4F-CFD31D00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5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3566-5D36-6B5D-7347-1DC1A52E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FC702-839F-0591-320A-7FA7ECA7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44C-61AF-46DA-B315-AE4BD6843F9B}" type="datetime1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94BE2-35A3-EB13-3C18-11698950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63DF0-BCD3-83D4-010F-A02D7CB5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524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3829D2-42A6-8901-94FB-C0EA31E9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998B-CF1B-466B-BECC-81BDDC9977D1}" type="datetime1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7B4ED-4F17-BCBB-A5FD-BA155B1D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5A0F-C33B-5CF2-2F80-39C8E7E2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5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DFE4-12C0-5073-01A2-2874D25D5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14E77-E1A6-DBBE-3817-9DC4A05A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1990F-1386-6C89-F2CD-792874EEC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B760D-D7E1-8CEE-8AFC-DD6DCC4A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262DB-7973-4916-B807-2CE52FA8BCC6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8FB00-8B8D-EC60-25C7-2670E585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174A1-D7AD-50B0-D5E0-50C479F1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41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B13D-C6BB-2776-62C4-17D3E833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A678C-ED65-7C79-7F57-0970FD529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6DBBA-A773-C68C-E478-6EF1B8A5D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238F7-0F2A-5D69-4CF9-18524CE4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27A8-7CF4-45A1-857A-FB7F54D98EF7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86076-4884-6258-7150-D49E1462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292E2-DDB6-77A8-6212-78607B5A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2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5C73-7230-DEEC-B640-6F973B044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1E330-0D9A-90CF-E2CA-B62743663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BCD04-8015-D826-B496-B6BA01BF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310A-12BB-4DE9-9846-87230C4F734F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9F734-1E26-145C-4FA5-D5CB8B76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EDD51-524D-39E6-CF50-8E0A3891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6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A077E6-44C8-A856-4675-6DA622248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C364C-D3A5-E514-1E0F-EF18E8421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D21CF-B6D9-8B89-92C3-E6D02E349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90D6-3DF6-4AA3-BC1F-0408D7273B71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647E-9CD7-A052-1119-11B92700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EE14A-EE6C-7D8B-314D-FCB83BEB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22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27DD4F-7A95-CA38-18DC-59C202B7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DD1DE-4E58-C14E-4580-6D2A5EA9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8AFB-7EC6-97F2-60E2-1A1DA323E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1B828-360B-4700-A057-A23B4B0FECD6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A315B-FEA5-31FF-7555-2A540AA4F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D903E-3837-B768-03F8-87D20F61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AD63E-09F0-4E62-9667-0A80E6D8D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84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449C-5A23-7DE0-7CF6-2FF96521E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482" y="45734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Sparse-Measurement Image Reconstruction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3B8B4-C458-4D9B-3F1A-265F81910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230" y="2572310"/>
            <a:ext cx="10761518" cy="144074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IN" b="1" dirty="0" err="1"/>
              <a:t>M.Tech</a:t>
            </a:r>
            <a:r>
              <a:rPr lang="en-IN" b="1" dirty="0"/>
              <a:t> in  Computer Science &amp; Engineering</a:t>
            </a:r>
            <a:br>
              <a:rPr lang="en-IN" dirty="0"/>
            </a:br>
            <a:r>
              <a:rPr lang="en-IN" dirty="0"/>
              <a:t>St. Joseph’s College of Engineering &amp; Technology, </a:t>
            </a:r>
            <a:r>
              <a:rPr lang="en-IN" dirty="0" err="1"/>
              <a:t>Palai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389A1B-B503-0ECB-EDE0-8A3E8FC96461}"/>
              </a:ext>
            </a:extLst>
          </p:cNvPr>
          <p:cNvSpPr txBox="1"/>
          <p:nvPr/>
        </p:nvSpPr>
        <p:spPr>
          <a:xfrm>
            <a:off x="8306666" y="5033493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Presented by:</a:t>
            </a:r>
            <a:br>
              <a:rPr lang="en-IN" dirty="0"/>
            </a:br>
            <a:r>
              <a:rPr lang="en-IN" dirty="0"/>
              <a:t>	Aravind Ashok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8AA3B-C3B2-BAD3-9C65-CF17D260C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07F17-F911-63EF-C4F1-67B5DA6AE5EC}"/>
              </a:ext>
            </a:extLst>
          </p:cNvPr>
          <p:cNvSpPr txBox="1"/>
          <p:nvPr/>
        </p:nvSpPr>
        <p:spPr>
          <a:xfrm>
            <a:off x="731230" y="4896488"/>
            <a:ext cx="7198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Guided by:</a:t>
            </a:r>
          </a:p>
          <a:p>
            <a:r>
              <a:rPr lang="en-IN" b="1" dirty="0"/>
              <a:t>	 </a:t>
            </a:r>
            <a:r>
              <a:rPr lang="en-IN" dirty="0"/>
              <a:t>Rubin Jose Peter (Sc. ‘F’)</a:t>
            </a:r>
          </a:p>
        </p:txBody>
      </p:sp>
    </p:spTree>
    <p:extLst>
      <p:ext uri="{BB962C8B-B14F-4D97-AF65-F5344CB8AC3E}">
        <p14:creationId xmlns:p14="http://schemas.microsoft.com/office/powerpoint/2010/main" val="241290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EA1C4-DEAB-F29E-3688-D6CF534AC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/>
              <a:t>Contents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58B1-38BE-2C11-540B-D7A0A914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200" b="1" dirty="0"/>
              <a:t>Introduction</a:t>
            </a:r>
          </a:p>
          <a:p>
            <a:pPr>
              <a:lnSpc>
                <a:spcPct val="100000"/>
              </a:lnSpc>
            </a:pPr>
            <a:r>
              <a:rPr lang="en-IN" sz="2200" b="1" dirty="0"/>
              <a:t>Problem Statement</a:t>
            </a:r>
          </a:p>
          <a:p>
            <a:pPr>
              <a:lnSpc>
                <a:spcPct val="100000"/>
              </a:lnSpc>
            </a:pPr>
            <a:r>
              <a:rPr lang="en-IN" sz="2200" b="1" dirty="0"/>
              <a:t>Literature/reference paper studied</a:t>
            </a:r>
          </a:p>
          <a:p>
            <a:pPr>
              <a:lnSpc>
                <a:spcPct val="100000"/>
              </a:lnSpc>
            </a:pPr>
            <a:r>
              <a:rPr lang="en-IN" sz="2200" b="1" dirty="0"/>
              <a:t>Initial Learning Stage</a:t>
            </a:r>
          </a:p>
          <a:p>
            <a:pPr>
              <a:lnSpc>
                <a:spcPct val="100000"/>
              </a:lnSpc>
            </a:pPr>
            <a:r>
              <a:rPr lang="en-US" sz="2200" b="1" dirty="0"/>
              <a:t>Learning About GAN</a:t>
            </a:r>
          </a:p>
          <a:p>
            <a:pPr>
              <a:lnSpc>
                <a:spcPct val="100000"/>
              </a:lnSpc>
            </a:pPr>
            <a:r>
              <a:rPr lang="en-US" sz="2200" b="1" dirty="0"/>
              <a:t>Software, Libraries and Functions</a:t>
            </a:r>
          </a:p>
          <a:p>
            <a:pPr>
              <a:lnSpc>
                <a:spcPct val="100000"/>
              </a:lnSpc>
            </a:pPr>
            <a:r>
              <a:rPr lang="en-IN" sz="2200" b="1" dirty="0"/>
              <a:t>Dataset and Experimental Setup</a:t>
            </a:r>
          </a:p>
          <a:p>
            <a:pPr>
              <a:lnSpc>
                <a:spcPct val="100000"/>
              </a:lnSpc>
            </a:pPr>
            <a:r>
              <a:rPr lang="en-IN" sz="2200" b="1" dirty="0"/>
              <a:t>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B1F74-EB3A-E036-846A-331E2312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 smtClean="0"/>
              <a:pPr>
                <a:spcAft>
                  <a:spcPts val="600"/>
                </a:spcAft>
              </a:pPr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34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8885C-98DD-CE65-54DF-84D3D2B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/>
              <a:t>Introduction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B1F87-5F98-CDF2-8838-609D01181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lvl="0"/>
            <a:r>
              <a:rPr lang="en-IN" sz="2200"/>
              <a:t>Image reconstruction is the process of recovering an image from incomplete, compressed or limited information. </a:t>
            </a:r>
          </a:p>
          <a:p>
            <a:pPr lvl="0"/>
            <a:r>
              <a:rPr lang="en-IN" sz="2200"/>
              <a:t>In this project, the objective is to reconstruct an image from a </a:t>
            </a:r>
            <a:r>
              <a:rPr lang="en-IN" sz="2200" b="1"/>
              <a:t>smaller number of measurements</a:t>
            </a:r>
            <a:r>
              <a:rPr lang="en-IN" sz="2200"/>
              <a:t>. </a:t>
            </a:r>
          </a:p>
          <a:p>
            <a:pPr lvl="0"/>
            <a:r>
              <a:rPr lang="en-IN" sz="2200"/>
              <a:t>Instead of directly using all 784 pixels of an MNIST image, the image is converted into a lower-dimensional measurement. </a:t>
            </a:r>
          </a:p>
          <a:p>
            <a:pPr lvl="0"/>
            <a:r>
              <a:rPr lang="en-IN" sz="2200"/>
              <a:t>A reconstruction model is then used to recover the original image. </a:t>
            </a:r>
          </a:p>
          <a:p>
            <a:pPr lvl="0"/>
            <a:r>
              <a:rPr lang="en-IN" sz="2200"/>
              <a:t>The project focuses mainly on a </a:t>
            </a:r>
            <a:r>
              <a:rPr lang="en-IN" sz="2200" b="1"/>
              <a:t>GAN-based reconstruction approach</a:t>
            </a:r>
            <a:r>
              <a:rPr lang="en-IN" sz="2200"/>
              <a:t>. </a:t>
            </a:r>
          </a:p>
          <a:p>
            <a:pPr lvl="0"/>
            <a:r>
              <a:rPr lang="en-IN" sz="2200"/>
              <a:t>Conventional methods such as </a:t>
            </a:r>
            <a:r>
              <a:rPr lang="en-IN" sz="2200" b="1"/>
              <a:t>LASSO and SBL</a:t>
            </a:r>
            <a:r>
              <a:rPr lang="en-IN" sz="2200"/>
              <a:t> are used for comparison.</a:t>
            </a:r>
          </a:p>
          <a:p>
            <a:endParaRPr lang="en-IN" sz="2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10031-7BEF-2844-66D7-6E0022D3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/>
              <a:pPr>
                <a:spcAft>
                  <a:spcPts val="600"/>
                </a:spcAft>
              </a:pPr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17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2C09-7CE6-E6B2-42D1-D8328B10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46917"/>
            <a:ext cx="10515600" cy="767484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C8077-E6E0-9213-59DF-429CDF0E0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1"/>
            <a:ext cx="11887200" cy="5796682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A high-dimensional image contains a large number of pixel values. </a:t>
            </a:r>
          </a:p>
          <a:p>
            <a:pPr lvl="0"/>
            <a:r>
              <a:rPr lang="en-IN" sz="2400" dirty="0"/>
              <a:t>Storing or processing all these values can require more information. </a:t>
            </a:r>
          </a:p>
          <a:p>
            <a:pPr lvl="0"/>
            <a:r>
              <a:rPr lang="en-IN" sz="2400" dirty="0"/>
              <a:t>The project studies whether the original image can be reconstructed from a </a:t>
            </a:r>
            <a:r>
              <a:rPr lang="en-IN" sz="2400" b="1" dirty="0"/>
              <a:t>smaller set of measurements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For MNIST: </a:t>
            </a:r>
          </a:p>
          <a:p>
            <a:pPr lvl="1"/>
            <a:r>
              <a:rPr lang="en-IN" dirty="0"/>
              <a:t>Image size = </a:t>
            </a:r>
            <a:r>
              <a:rPr lang="en-IN" b="1" dirty="0"/>
              <a:t>28 × 28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Total pixels = </a:t>
            </a:r>
            <a:r>
              <a:rPr lang="en-IN" b="1" dirty="0"/>
              <a:t>784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Measurement dimension used = </a:t>
            </a:r>
            <a:r>
              <a:rPr lang="en-IN" b="1" dirty="0"/>
              <a:t>100</a:t>
            </a:r>
            <a:endParaRPr lang="en-IN" dirty="0"/>
          </a:p>
          <a:p>
            <a:pPr lvl="0"/>
            <a:r>
              <a:rPr lang="en-IN" sz="2400" dirty="0"/>
              <a:t>Therefore, the reconstruction model receives only </a:t>
            </a:r>
            <a:r>
              <a:rPr lang="en-IN" sz="2400" b="1" dirty="0"/>
              <a:t>100 measurements</a:t>
            </a:r>
            <a:r>
              <a:rPr lang="en-IN" sz="2400" dirty="0"/>
              <a:t> instead of the original 784 pixel values.</a:t>
            </a:r>
          </a:p>
          <a:p>
            <a:endParaRPr lang="en-I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668A77-0734-2160-B6A0-F1A0CF4E3222}"/>
                  </a:ext>
                </a:extLst>
              </p:cNvPr>
              <p:cNvSpPr txBox="1"/>
              <p:nvPr/>
            </p:nvSpPr>
            <p:spPr>
              <a:xfrm>
                <a:off x="4714009" y="4956757"/>
                <a:ext cx="614622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Mathematical model: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+mn-lt"/>
                        </a:rPr>
                        <m:t>𝑦</m:t>
                      </m:r>
                      <m:r>
                        <a:rPr lang="en-IN" i="0">
                          <a:latin typeface="+mn-lt"/>
                        </a:rPr>
                        <m:t>=</m:t>
                      </m:r>
                      <m:r>
                        <a:rPr lang="en-IN" i="1">
                          <a:latin typeface="+mn-lt"/>
                        </a:rPr>
                        <m:t>𝐴𝑥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+mn-lt"/>
                      </a:rPr>
                      <m:t>𝑥</m:t>
                    </m:r>
                  </m:oMath>
                </a14:m>
                <a:r>
                  <a:rPr lang="en-IN" dirty="0"/>
                  <a:t>= original image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+mn-lt"/>
                      </a:rPr>
                      <m:t>𝐴</m:t>
                    </m:r>
                  </m:oMath>
                </a14:m>
                <a:r>
                  <a:rPr lang="en-IN" dirty="0"/>
                  <a:t>= measurement matrix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+mn-lt"/>
                      </a:rPr>
                      <m:t>𝑦</m:t>
                    </m:r>
                  </m:oMath>
                </a14:m>
                <a:r>
                  <a:rPr lang="en-IN" dirty="0"/>
                  <a:t>= compressed measurement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668A77-0734-2160-B6A0-F1A0CF4E3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009" y="4956757"/>
                <a:ext cx="6146222" cy="1754326"/>
              </a:xfrm>
              <a:prstGeom prst="rect">
                <a:avLst/>
              </a:prstGeom>
              <a:blipFill>
                <a:blip r:embed="rId2"/>
                <a:stretch>
                  <a:fillRect l="-793" t="-1389" b="-48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859A0-B9F6-B381-13DA-61B78EF9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63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90667-E9DE-2340-00EE-7A9041D9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/>
              <a:t>Literature/reference paper studied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8E0D1F-7725-A238-DF84-BD5D8D30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092182-FDD8-FB4E-DA95-36760F52DA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986032"/>
              </p:ext>
            </p:extLst>
          </p:nvPr>
        </p:nvGraphicFramePr>
        <p:xfrm>
          <a:off x="838200" y="2371547"/>
          <a:ext cx="10515601" cy="36619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7282">
                  <a:extLst>
                    <a:ext uri="{9D8B030D-6E8A-4147-A177-3AD203B41FA5}">
                      <a16:colId xmlns:a16="http://schemas.microsoft.com/office/drawing/2014/main" val="4138933716"/>
                    </a:ext>
                  </a:extLst>
                </a:gridCol>
                <a:gridCol w="2845356">
                  <a:extLst>
                    <a:ext uri="{9D8B030D-6E8A-4147-A177-3AD203B41FA5}">
                      <a16:colId xmlns:a16="http://schemas.microsoft.com/office/drawing/2014/main" val="2052313979"/>
                    </a:ext>
                  </a:extLst>
                </a:gridCol>
                <a:gridCol w="1101980">
                  <a:extLst>
                    <a:ext uri="{9D8B030D-6E8A-4147-A177-3AD203B41FA5}">
                      <a16:colId xmlns:a16="http://schemas.microsoft.com/office/drawing/2014/main" val="3252551693"/>
                    </a:ext>
                  </a:extLst>
                </a:gridCol>
                <a:gridCol w="2350658">
                  <a:extLst>
                    <a:ext uri="{9D8B030D-6E8A-4147-A177-3AD203B41FA5}">
                      <a16:colId xmlns:a16="http://schemas.microsoft.com/office/drawing/2014/main" val="2480425119"/>
                    </a:ext>
                  </a:extLst>
                </a:gridCol>
                <a:gridCol w="1848091">
                  <a:extLst>
                    <a:ext uri="{9D8B030D-6E8A-4147-A177-3AD203B41FA5}">
                      <a16:colId xmlns:a16="http://schemas.microsoft.com/office/drawing/2014/main" val="4070801844"/>
                    </a:ext>
                  </a:extLst>
                </a:gridCol>
                <a:gridCol w="1762234">
                  <a:extLst>
                    <a:ext uri="{9D8B030D-6E8A-4147-A177-3AD203B41FA5}">
                      <a16:colId xmlns:a16="http://schemas.microsoft.com/office/drawing/2014/main" val="4065108898"/>
                    </a:ext>
                  </a:extLst>
                </a:gridCol>
              </a:tblGrid>
              <a:tr h="4000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Paper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Year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Authors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Key Finding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Gap</a:t>
                      </a:r>
                    </a:p>
                  </a:txBody>
                  <a:tcPr marL="90069" marR="90069" marT="45035" marB="45035" anchor="ctr"/>
                </a:tc>
                <a:extLst>
                  <a:ext uri="{0D108BD9-81ED-4DB2-BD59-A6C34878D82A}">
                    <a16:rowId xmlns:a16="http://schemas.microsoft.com/office/drawing/2014/main" val="4073416869"/>
                  </a:ext>
                </a:extLst>
              </a:tr>
              <a:tr h="122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Sparse Signal Recovery Using Deep Neural Networks</a:t>
                      </a:r>
                      <a:r>
                        <a:rPr lang="en-IN" sz="1800" dirty="0"/>
                        <a:t> (Main paper)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—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Rubin Jose Peter &amp; Chandra R. Murthy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DNN to recover signals from sparse measurements.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GAN-based reconstruction can be further investigated.</a:t>
                      </a:r>
                    </a:p>
                  </a:txBody>
                  <a:tcPr marL="90069" marR="90069" marT="45035" marB="45035" anchor="ctr"/>
                </a:tc>
                <a:extLst>
                  <a:ext uri="{0D108BD9-81ED-4DB2-BD59-A6C34878D82A}">
                    <a16:rowId xmlns:a16="http://schemas.microsoft.com/office/drawing/2014/main" val="1878173114"/>
                  </a:ext>
                </a:extLst>
              </a:tr>
              <a:tr h="2041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2</a:t>
                      </a:r>
                      <a:endParaRPr lang="en-IN" sz="1800"/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Generative Adversarial Network with the Discriminator Using Measurements as an Auxiliary Input for Single-Pixel Imaging</a:t>
                      </a:r>
                      <a:endParaRPr lang="en-IN" sz="1800"/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2024</a:t>
                      </a:r>
                      <a:endParaRPr lang="en-IN" sz="1800"/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—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Uses measurements to guide GAN reconstruction and improve image details.</a:t>
                      </a:r>
                    </a:p>
                  </a:txBody>
                  <a:tcPr marL="90069" marR="90069" marT="45035" marB="450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Focused on single-pixel imaging rather than your general sparse-image setup. </a:t>
                      </a:r>
                    </a:p>
                  </a:txBody>
                  <a:tcPr marL="90069" marR="90069" marT="45035" marB="45035" anchor="ctr"/>
                </a:tc>
                <a:extLst>
                  <a:ext uri="{0D108BD9-81ED-4DB2-BD59-A6C34878D82A}">
                    <a16:rowId xmlns:a16="http://schemas.microsoft.com/office/drawing/2014/main" val="2345682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3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9FF48-D797-50A8-B405-87177834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19C5B2-B498-07F6-A1C0-4B45D3035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854398"/>
              </p:ext>
            </p:extLst>
          </p:nvPr>
        </p:nvGraphicFramePr>
        <p:xfrm>
          <a:off x="509156" y="2096470"/>
          <a:ext cx="11118271" cy="41233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19494">
                  <a:extLst>
                    <a:ext uri="{9D8B030D-6E8A-4147-A177-3AD203B41FA5}">
                      <a16:colId xmlns:a16="http://schemas.microsoft.com/office/drawing/2014/main" val="933592046"/>
                    </a:ext>
                  </a:extLst>
                </a:gridCol>
                <a:gridCol w="3085412">
                  <a:extLst>
                    <a:ext uri="{9D8B030D-6E8A-4147-A177-3AD203B41FA5}">
                      <a16:colId xmlns:a16="http://schemas.microsoft.com/office/drawing/2014/main" val="3986961057"/>
                    </a:ext>
                  </a:extLst>
                </a:gridCol>
                <a:gridCol w="1149413">
                  <a:extLst>
                    <a:ext uri="{9D8B030D-6E8A-4147-A177-3AD203B41FA5}">
                      <a16:colId xmlns:a16="http://schemas.microsoft.com/office/drawing/2014/main" val="205375564"/>
                    </a:ext>
                  </a:extLst>
                </a:gridCol>
                <a:gridCol w="2202831">
                  <a:extLst>
                    <a:ext uri="{9D8B030D-6E8A-4147-A177-3AD203B41FA5}">
                      <a16:colId xmlns:a16="http://schemas.microsoft.com/office/drawing/2014/main" val="3356700510"/>
                    </a:ext>
                  </a:extLst>
                </a:gridCol>
                <a:gridCol w="2282518">
                  <a:extLst>
                    <a:ext uri="{9D8B030D-6E8A-4147-A177-3AD203B41FA5}">
                      <a16:colId xmlns:a16="http://schemas.microsoft.com/office/drawing/2014/main" val="3549838876"/>
                    </a:ext>
                  </a:extLst>
                </a:gridCol>
                <a:gridCol w="1778603">
                  <a:extLst>
                    <a:ext uri="{9D8B030D-6E8A-4147-A177-3AD203B41FA5}">
                      <a16:colId xmlns:a16="http://schemas.microsoft.com/office/drawing/2014/main" val="962986074"/>
                    </a:ext>
                  </a:extLst>
                </a:gridCol>
              </a:tblGrid>
              <a:tr h="423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No.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Paper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Year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Authors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Key Finding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Gap</a:t>
                      </a:r>
                    </a:p>
                  </a:txBody>
                  <a:tcPr marL="80721" marR="80721" marT="40361" marB="40361" anchor="ctr"/>
                </a:tc>
                <a:extLst>
                  <a:ext uri="{0D108BD9-81ED-4DB2-BD59-A6C34878D82A}">
                    <a16:rowId xmlns:a16="http://schemas.microsoft.com/office/drawing/2014/main" val="3912450822"/>
                  </a:ext>
                </a:extLst>
              </a:tr>
              <a:tr h="1849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</a:t>
                      </a:r>
                      <a:endParaRPr lang="en-IN" sz="1600"/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Compressed Sensing Using a Deep Adaptive Perceptual Generative Adversarial Network for MRI Reconstruction from Undersampled K-Space Data</a:t>
                      </a:r>
                      <a:endParaRPr lang="en-IN" sz="1600"/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2024</a:t>
                      </a:r>
                      <a:endParaRPr lang="en-IN" sz="1600"/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Kun Wu, Yan Xia, Nishant Ravikumar &amp; Alejandro F. Frangi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Uses GAN and compressed sensing to reconstruct images from highly undersampled measurements.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Designed specifically for MRI/k-space data. </a:t>
                      </a:r>
                    </a:p>
                  </a:txBody>
                  <a:tcPr marL="80721" marR="80721" marT="40361" marB="40361" anchor="ctr"/>
                </a:tc>
                <a:extLst>
                  <a:ext uri="{0D108BD9-81ED-4DB2-BD59-A6C34878D82A}">
                    <a16:rowId xmlns:a16="http://schemas.microsoft.com/office/drawing/2014/main" val="4100582199"/>
                  </a:ext>
                </a:extLst>
              </a:tr>
              <a:tr h="1849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4</a:t>
                      </a:r>
                      <a:endParaRPr lang="en-IN" sz="1600"/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Ultra-Sparse View Lung CT Image Reconstruction Using Generative Adversarial Networks and Compressed Sensing</a:t>
                      </a:r>
                      <a:endParaRPr lang="en-IN" sz="1600"/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2025</a:t>
                      </a:r>
                      <a:endParaRPr lang="en-IN" sz="1600"/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Zhaoguang Li et al.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Combines compressed sensing and GAN for reconstruction under ultra-sparse measurements.</a:t>
                      </a:r>
                    </a:p>
                  </a:txBody>
                  <a:tcPr marL="80721" marR="80721" marT="40361" marB="403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Focused specifically on lung CT reconstruction. </a:t>
                      </a:r>
                    </a:p>
                  </a:txBody>
                  <a:tcPr marL="80721" marR="80721" marT="40361" marB="40361" anchor="ctr"/>
                </a:tc>
                <a:extLst>
                  <a:ext uri="{0D108BD9-81ED-4DB2-BD59-A6C34878D82A}">
                    <a16:rowId xmlns:a16="http://schemas.microsoft.com/office/drawing/2014/main" val="2232425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66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74606-CF88-5039-108C-7CE55E8A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Reconstruction Pipeline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383AAE-6628-D2F5-0B0B-69E036068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08754"/>
            <a:ext cx="11548872" cy="34357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04234-A5DD-4403-DE46-5BA6DEAC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67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F58E5-993C-BD04-E82B-E01ACE0829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DDCD61-666C-BB72-E8EB-5422FCBC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</a:rPr>
              <a:t>Initial Learning Stage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5A6CB-A810-08D4-D7CA-6FF19EDA5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1800" b="1" dirty="0">
                <a:solidFill>
                  <a:srgbClr val="FFFFFF"/>
                </a:solidFill>
              </a:rPr>
              <a:t>Initial Learning: DNN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At the beginning of the project, I studied the basic concepts of </a:t>
            </a:r>
            <a:r>
              <a:rPr lang="en-IN" sz="1800" b="1" dirty="0">
                <a:solidFill>
                  <a:srgbClr val="FFFFFF"/>
                </a:solidFill>
              </a:rPr>
              <a:t>Deep Neural Networks</a:t>
            </a:r>
            <a:r>
              <a:rPr lang="en-IN" sz="1800" dirty="0">
                <a:solidFill>
                  <a:srgbClr val="FFFFFF"/>
                </a:solidFill>
              </a:rPr>
              <a:t>.</a:t>
            </a:r>
          </a:p>
          <a:p>
            <a:r>
              <a:rPr lang="en-IN" sz="1800" b="1" dirty="0">
                <a:solidFill>
                  <a:srgbClr val="FFFFFF"/>
                </a:solidFill>
              </a:rPr>
              <a:t>Topics studied: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Basic neural network structure 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Input, hidden and output layers 	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Neurons and weights 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Activation functions 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Forward propagation 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Loss function 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Model training </a:t>
            </a:r>
          </a:p>
          <a:p>
            <a:pPr lvl="1"/>
            <a:r>
              <a:rPr lang="en-IN" sz="1800" dirty="0">
                <a:solidFill>
                  <a:srgbClr val="FFFFFF"/>
                </a:solidFill>
              </a:rPr>
              <a:t>Image reconstruction using neural networks </a:t>
            </a:r>
          </a:p>
          <a:p>
            <a:r>
              <a:rPr lang="en-IN" sz="1800" b="1" dirty="0">
                <a:solidFill>
                  <a:srgbClr val="FFFFFF"/>
                </a:solidFill>
              </a:rPr>
              <a:t>Learning outcome: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FFFF"/>
                </a:solidFill>
              </a:rPr>
              <a:t>I understood how a neural network can learn a relationship between an input and a 	desired output.</a:t>
            </a:r>
          </a:p>
          <a:p>
            <a:endParaRPr lang="en-IN" sz="1800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4B2CE-E510-8EB2-2E0F-455B40F5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9860" y="6356350"/>
            <a:ext cx="15339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47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E7F0E-6075-D4F2-7E35-155B05A6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 About GAN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164A56-0080-B93A-638B-5FFA6CF03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326" y="1319645"/>
            <a:ext cx="7798586" cy="38992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8E563-33EB-9C30-0ECC-74BF2754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20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6021DD-5133-87AB-823E-BC6ACA47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Software, Libraries and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77C3F-825F-CDBD-D815-DE4900002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2" y="1651948"/>
            <a:ext cx="10545435" cy="498271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4D6ACA-1A7B-25C8-CDE5-08F85F693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984" y="2008641"/>
            <a:ext cx="742951" cy="742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870438-0454-AFA0-BDAE-42C050386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104" y="1634361"/>
            <a:ext cx="1170182" cy="9590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2259A7-6839-8419-6757-1B12E6E25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539" y="1750168"/>
            <a:ext cx="1170183" cy="11016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4FD96C-CC5D-0576-407B-DD4C4B3D37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377" y="4177046"/>
            <a:ext cx="1032164" cy="1032164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B139AD-2032-A065-CA84-E824843D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1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0CC00-15F1-0162-D305-C8AB588C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sz="5400" b="1"/>
              <a:t>Dataset and Experimental Setup</a:t>
            </a:r>
          </a:p>
        </p:txBody>
      </p:sp>
      <p:sp>
        <p:nvSpPr>
          <p:cNvPr id="2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1359-0EDF-4407-626A-DF7119DA7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2200" b="1"/>
              <a:t>Dataset: MNIST</a:t>
            </a:r>
          </a:p>
          <a:p>
            <a:pPr lvl="0"/>
            <a:r>
              <a:rPr lang="en-IN" sz="2200"/>
              <a:t>Dataset used: </a:t>
            </a:r>
            <a:r>
              <a:rPr lang="en-IN" sz="2200" b="1"/>
              <a:t>MNIST handwritten digit dataset</a:t>
            </a:r>
            <a:r>
              <a:rPr lang="en-IN" sz="2200"/>
              <a:t> </a:t>
            </a:r>
          </a:p>
          <a:p>
            <a:pPr lvl="0"/>
            <a:r>
              <a:rPr lang="en-IN" sz="2200"/>
              <a:t>Image size: </a:t>
            </a:r>
            <a:r>
              <a:rPr lang="en-IN" sz="2200" b="1"/>
              <a:t>28 × 28 pixels</a:t>
            </a:r>
            <a:r>
              <a:rPr lang="en-IN" sz="2200"/>
              <a:t> </a:t>
            </a:r>
          </a:p>
          <a:p>
            <a:pPr lvl="0"/>
            <a:r>
              <a:rPr lang="en-IN" sz="2200"/>
              <a:t>Number of image values: </a:t>
            </a:r>
            <a:r>
              <a:rPr lang="en-IN" sz="2200" b="1"/>
              <a:t>784</a:t>
            </a:r>
            <a:r>
              <a:rPr lang="en-IN" sz="2200"/>
              <a:t> </a:t>
            </a:r>
          </a:p>
          <a:p>
            <a:pPr lvl="0"/>
            <a:r>
              <a:rPr lang="en-IN" sz="2200"/>
              <a:t>Pixel values are normalized to the range </a:t>
            </a:r>
            <a:r>
              <a:rPr lang="en-IN" sz="2200" b="1"/>
              <a:t>0–1</a:t>
            </a:r>
            <a:r>
              <a:rPr lang="en-IN" sz="2200"/>
              <a:t>.</a:t>
            </a:r>
          </a:p>
          <a:p>
            <a:endParaRPr lang="en-IN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95C9D-C7C3-DEF4-8695-B3B2D5377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2" r="25404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98F5C-BAB1-1A38-BFE0-25219E3F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 smtClean="0"/>
              <a:pPr>
                <a:spcAft>
                  <a:spcPts val="600"/>
                </a:spcAft>
              </a:pPr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259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DA39E-E0D6-92CE-1A24-27025D3B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/>
              <a:t>Present -</a:t>
            </a:r>
            <a:r>
              <a:rPr lang="en-IN" b="1" dirty="0"/>
              <a:t> Conventional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CAC234-83D4-1D20-429A-CAB7FD432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829" y="1625182"/>
            <a:ext cx="5731169" cy="3897195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FB383-977A-90F6-B544-32F1D0BD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 sz="1000"/>
              <a:pPr>
                <a:spcAft>
                  <a:spcPts val="600"/>
                </a:spcAft>
              </a:pPr>
              <a:t>12</a:t>
            </a:fld>
            <a:endParaRPr lang="en-IN" sz="1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1B52BF-5C41-7410-C015-C7873268D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197764"/>
              </p:ext>
            </p:extLst>
          </p:nvPr>
        </p:nvGraphicFramePr>
        <p:xfrm>
          <a:off x="425823" y="1940439"/>
          <a:ext cx="5867719" cy="4147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3268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F79A-01E2-F625-6BC5-C83AA55C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/>
              <a:t>Future Work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E919-90E7-7305-CB53-8031E73C0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N" sz="2200" b="1" dirty="0"/>
              <a:t>Planned work:</a:t>
            </a:r>
            <a:endParaRPr lang="en-IN" sz="2200" b="1"/>
          </a:p>
          <a:p>
            <a:pPr lvl="1"/>
            <a:r>
              <a:rPr lang="en-IN" sz="2200" dirty="0"/>
              <a:t>Select additional image datasets apart from MNIST. </a:t>
            </a:r>
            <a:endParaRPr lang="en-IN" sz="2200"/>
          </a:p>
          <a:p>
            <a:pPr lvl="1"/>
            <a:r>
              <a:rPr lang="en-IN" sz="2200" dirty="0"/>
              <a:t>Preprocess the new datasets. </a:t>
            </a:r>
            <a:endParaRPr lang="en-IN" sz="2200"/>
          </a:p>
          <a:p>
            <a:pPr lvl="1"/>
            <a:r>
              <a:rPr lang="en-IN" sz="2200" dirty="0"/>
              <a:t>Generate compressed measurements using the same reconstruction framework. </a:t>
            </a:r>
            <a:endParaRPr lang="en-IN" sz="2200"/>
          </a:p>
          <a:p>
            <a:pPr lvl="1"/>
            <a:r>
              <a:rPr lang="en-IN" sz="2200" dirty="0"/>
              <a:t>Test the existing GAN model. </a:t>
            </a:r>
            <a:endParaRPr lang="en-IN" sz="2200"/>
          </a:p>
          <a:p>
            <a:pPr lvl="1"/>
            <a:r>
              <a:rPr lang="en-IN" sz="2200" dirty="0"/>
              <a:t>Test LASSO and SBL on the new datasets. </a:t>
            </a:r>
            <a:endParaRPr lang="en-IN" sz="2200"/>
          </a:p>
          <a:p>
            <a:pPr lvl="1"/>
            <a:r>
              <a:rPr lang="en-IN" sz="2200" dirty="0"/>
              <a:t>Compare the reconstruction results. </a:t>
            </a:r>
            <a:endParaRPr lang="en-IN" sz="2200"/>
          </a:p>
          <a:p>
            <a:pPr lvl="1"/>
            <a:r>
              <a:rPr lang="en-IN" sz="2200" dirty="0"/>
              <a:t>Study the effect of different measurement dimensions. </a:t>
            </a:r>
            <a:endParaRPr lang="en-IN" sz="2200"/>
          </a:p>
          <a:p>
            <a:pPr lvl="1"/>
            <a:r>
              <a:rPr lang="en-IN" sz="2200"/>
              <a:t>Analyze</a:t>
            </a:r>
            <a:r>
              <a:rPr lang="en-IN" sz="2200" dirty="0"/>
              <a:t> the performance of the models for different types of images. </a:t>
            </a:r>
            <a:endParaRPr lang="en-IN" sz="2200"/>
          </a:p>
          <a:p>
            <a:pPr lvl="1"/>
            <a:r>
              <a:rPr lang="en-IN" sz="2200" b="1" dirty="0"/>
              <a:t>MNIST → Additional Datasets → Model Testing → Comparison → Improvement</a:t>
            </a:r>
            <a:endParaRPr lang="en-IN" sz="22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633B3-F024-0662-0D16-8B56971A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 smtClean="0"/>
              <a:pPr>
                <a:spcAft>
                  <a:spcPts val="600"/>
                </a:spcAft>
              </a:pPr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754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A1DA-EBF0-CD59-4C35-F6362BC65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4" y="188891"/>
            <a:ext cx="11970326" cy="1325563"/>
          </a:xfrm>
        </p:spPr>
        <p:txBody>
          <a:bodyPr>
            <a:normAutofit/>
          </a:bodyPr>
          <a:lstStyle/>
          <a:p>
            <a:r>
              <a:rPr lang="en-IN" dirty="0"/>
              <a:t>Experimental Results</a:t>
            </a:r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Original vs Reconstructed MNIST images</a:t>
            </a:r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DF0E64-4DF4-569F-A82B-2C78EB59E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26" y="1880199"/>
            <a:ext cx="6782958" cy="3463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DCE2BA-57AC-CA4C-DFF4-48A25063A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527" y="1630255"/>
            <a:ext cx="5479473" cy="4036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0E308-E137-6636-68CF-1C5FB3C7CBA4}"/>
              </a:ext>
            </a:extLst>
          </p:cNvPr>
          <p:cNvSpPr txBox="1"/>
          <p:nvPr/>
        </p:nvSpPr>
        <p:spPr>
          <a:xfrm>
            <a:off x="1392382" y="5343546"/>
            <a:ext cx="395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N=784 </a:t>
            </a:r>
            <a:r>
              <a:rPr lang="en-US" dirty="0">
                <a:sym typeface="Wingdings" panose="05000000000000000000" pitchFamily="2" charset="2"/>
              </a:rPr>
              <a:t>100</a:t>
            </a:r>
          </a:p>
          <a:p>
            <a:r>
              <a:rPr lang="en-IN" dirty="0"/>
              <a:t>Normalized MSE: 0.12024844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95805-5AE4-7746-AF79-7950C83F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884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55DD6-969A-E4BD-ECD4-D6737650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Experimental Results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DB692-B54F-6E5E-1330-E789B125F376}"/>
              </a:ext>
            </a:extLst>
          </p:cNvPr>
          <p:cNvSpPr txBox="1"/>
          <p:nvPr/>
        </p:nvSpPr>
        <p:spPr>
          <a:xfrm>
            <a:off x="5250106" y="586822"/>
            <a:ext cx="610674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N=784 </a:t>
            </a:r>
            <a:r>
              <a:rPr lang="en-US">
                <a:sym typeface="Wingdings" panose="05000000000000000000" pitchFamily="2" charset="2"/>
              </a:rPr>
              <a:t>50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Normalized MSE: 0.30164862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ACA8BE-2222-6462-94C2-FFAB38C8E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1" y="2729397"/>
            <a:ext cx="4889633" cy="348386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FE9F8-FB1E-4F6A-0C9C-5C9B9C915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98781" y="3056039"/>
            <a:ext cx="5523082" cy="283058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EFC6C5-1F57-938F-29E7-A6ECB521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62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787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DE5D3-95A4-644E-B67C-1C762ABE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73" y="136526"/>
            <a:ext cx="10515600" cy="954520"/>
          </a:xfrm>
        </p:spPr>
        <p:txBody>
          <a:bodyPr/>
          <a:lstStyle/>
          <a:p>
            <a:r>
              <a:rPr lang="en-IN" b="1" dirty="0"/>
              <a:t>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6E5E1-C691-5FB1-BA85-74068A704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4351"/>
            <a:ext cx="10515600" cy="5001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1. Mean Squared Error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Normalized Mean Squared Error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3.NMSE in dB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DFE56-86E0-50FB-AC85-AF1583662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984" y="1512310"/>
            <a:ext cx="3686175" cy="1381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F4787-0980-D379-1A53-185EF7E51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384" y="3751261"/>
            <a:ext cx="3914775" cy="1181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13F7D3-E69D-C1C7-1774-D314CDBC9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50" y="5790187"/>
            <a:ext cx="4610100" cy="581025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344599-561C-3870-DD03-ABA4810C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07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AE932-F747-D435-6E9B-853A48A5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/>
              <a:t>Reference Paper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323F-D575-2F0F-7DC8-D31F7048A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[1]</a:t>
            </a:r>
            <a:r>
              <a:rPr lang="en-IN" sz="2200" dirty="0"/>
              <a:t> R. J. Peter and C. R. Murthy, </a:t>
            </a:r>
            <a:r>
              <a:rPr lang="en-IN" sz="2200" i="1" dirty="0"/>
              <a:t>“Sparse Signal Recovery Using Deep Neural Networks.”</a:t>
            </a:r>
            <a:endParaRPr lang="en-IN" sz="2200" dirty="0"/>
          </a:p>
          <a:p>
            <a:pPr marL="0" indent="0">
              <a:buNone/>
            </a:pPr>
            <a:r>
              <a:rPr lang="en-IN" sz="2200" b="1" dirty="0"/>
              <a:t>[2]</a:t>
            </a:r>
            <a:r>
              <a:rPr lang="en-IN" sz="2200" dirty="0"/>
              <a:t> Y. Sun, J. Chen, Q. Liu, and G. Liu, </a:t>
            </a:r>
            <a:r>
              <a:rPr lang="en-IN" sz="2200" i="1" dirty="0"/>
              <a:t>“Learning Image Compressed Sensing with Sub-pixel Convolutional Generative Adversarial Network,”</a:t>
            </a:r>
            <a:r>
              <a:rPr lang="en-IN" sz="2200" dirty="0"/>
              <a:t> </a:t>
            </a:r>
            <a:r>
              <a:rPr lang="en-IN" sz="2200" b="1" dirty="0"/>
              <a:t>Pattern Recognition</a:t>
            </a:r>
            <a:r>
              <a:rPr lang="en-IN" sz="2200" dirty="0"/>
              <a:t>, vol. 98, 2020. </a:t>
            </a:r>
          </a:p>
          <a:p>
            <a:pPr marL="0" indent="0">
              <a:buNone/>
            </a:pPr>
            <a:r>
              <a:rPr lang="en-IN" sz="2200" b="1" dirty="0"/>
              <a:t>[3]</a:t>
            </a:r>
            <a:r>
              <a:rPr lang="en-IN" sz="2200" dirty="0"/>
              <a:t> K. Wu, Y. Xia, N. Ravikumar, and A. F. Frangi, </a:t>
            </a:r>
            <a:r>
              <a:rPr lang="en-IN" sz="2200" i="1" dirty="0"/>
              <a:t>“Compressed Sensing Using a Deep Adaptive Perceptual Generative Adversarial Network for MRI Reconstruction from </a:t>
            </a:r>
            <a:r>
              <a:rPr lang="en-IN" sz="2200" i="1" dirty="0" err="1"/>
              <a:t>Undersampled</a:t>
            </a:r>
            <a:r>
              <a:rPr lang="en-IN" sz="2200" i="1" dirty="0"/>
              <a:t> K-space Data,”</a:t>
            </a:r>
            <a:r>
              <a:rPr lang="en-IN" sz="2200" dirty="0"/>
              <a:t> </a:t>
            </a:r>
            <a:r>
              <a:rPr lang="en-IN" sz="2200" b="1" dirty="0"/>
              <a:t>Biomedical Signal Processing and Control</a:t>
            </a:r>
            <a:r>
              <a:rPr lang="en-IN" sz="2200" dirty="0"/>
              <a:t>, vol. 96, 2024. </a:t>
            </a:r>
          </a:p>
          <a:p>
            <a:pPr marL="0" indent="0">
              <a:buNone/>
            </a:pPr>
            <a:r>
              <a:rPr lang="en-IN" sz="2200" b="1" dirty="0"/>
              <a:t>[4]</a:t>
            </a:r>
            <a:r>
              <a:rPr lang="en-IN" sz="2200" dirty="0"/>
              <a:t> Z. Li et al., </a:t>
            </a:r>
            <a:r>
              <a:rPr lang="en-IN" sz="2200" i="1" dirty="0"/>
              <a:t>“Ultra-Sparse View Lung CT Image Reconstruction Using Generative Adversarial Networks and Compressed Sensing,”</a:t>
            </a:r>
            <a:r>
              <a:rPr lang="en-IN" sz="2200" dirty="0"/>
              <a:t> </a:t>
            </a:r>
            <a:r>
              <a:rPr lang="en-IN" sz="2200" b="1" dirty="0"/>
              <a:t>Journal of X-Ray Science and Technology</a:t>
            </a:r>
            <a:r>
              <a:rPr lang="en-IN" sz="2200" dirty="0"/>
              <a:t>, vol. 33, no. 4, 2025. </a:t>
            </a:r>
          </a:p>
          <a:p>
            <a:endParaRPr lang="en-IN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F990-0507-A899-C0A9-1A2E07FB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29AD63E-09F0-4E62-9667-0A80E6D8D884}" type="slidenum">
              <a:rPr lang="en-IN" smtClean="0"/>
              <a:pPr>
                <a:spcAft>
                  <a:spcPts val="600"/>
                </a:spcAft>
              </a:pPr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826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4D46-8679-48C7-2AB1-2D3BEB3F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E2140D-76A2-D256-8E35-B8D76501A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34850" cy="6858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07B1E-420C-16C5-5864-1D6606B6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D63E-09F0-4E62-9667-0A80E6D8D88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86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935</Words>
  <Application>Microsoft Office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Sparse-Measurement Image Reconstruction </vt:lpstr>
      <vt:lpstr>Contents</vt:lpstr>
      <vt:lpstr>Introduction</vt:lpstr>
      <vt:lpstr>Problem Statement</vt:lpstr>
      <vt:lpstr>Literature/reference paper studied</vt:lpstr>
      <vt:lpstr>PowerPoint Presentation</vt:lpstr>
      <vt:lpstr>Overall Reconstruction Pipeline</vt:lpstr>
      <vt:lpstr>Initial Learning Stage</vt:lpstr>
      <vt:lpstr>Learning About GAN</vt:lpstr>
      <vt:lpstr>Software, Libraries and Functions</vt:lpstr>
      <vt:lpstr>Dataset and Experimental Setup</vt:lpstr>
      <vt:lpstr>Present - Conventional Comparison</vt:lpstr>
      <vt:lpstr>Future Work</vt:lpstr>
      <vt:lpstr>Experimental Results  Original vs Reconstructed MNIST images </vt:lpstr>
      <vt:lpstr>Experimental Results</vt:lpstr>
      <vt:lpstr>Performance Evaluation</vt:lpstr>
      <vt:lpstr>Reference Paper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 ASHOK</dc:creator>
  <cp:lastModifiedBy>ARAVIND ASHOK</cp:lastModifiedBy>
  <cp:revision>1</cp:revision>
  <dcterms:created xsi:type="dcterms:W3CDTF">2026-09-28T13:27:54Z</dcterms:created>
  <dcterms:modified xsi:type="dcterms:W3CDTF">2026-09-28T18:01:10Z</dcterms:modified>
</cp:coreProperties>
</file>